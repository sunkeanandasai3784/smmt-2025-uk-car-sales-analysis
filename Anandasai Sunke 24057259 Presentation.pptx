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B7B7F0-4992-48F5-59AC-E1CF2233B40B}" v="548" dt="2026-03-22T11:58:04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a Sai Sunke [Student-PECS]" userId="S::as24anp@herts.ac.uk::f118e371-d1c7-43ba-8102-fa6cb9529733" providerId="AD" clId="Web-{91B677FB-AD90-0066-B6FF-CE3E3F2ABC19}"/>
    <pc:docChg chg="mod modSld addMainMaster delMainMaster">
      <pc:chgData name="Ananda Sai Sunke [Student-PECS]" userId="S::as24anp@herts.ac.uk::f118e371-d1c7-43ba-8102-fa6cb9529733" providerId="AD" clId="Web-{91B677FB-AD90-0066-B6FF-CE3E3F2ABC19}" dt="2026-03-19T18:46:35.073" v="9" actId="20577"/>
      <pc:docMkLst>
        <pc:docMk/>
      </pc:docMkLst>
      <pc:sldChg chg="addSp delSp modSp mod modClrScheme chgLayout">
        <pc:chgData name="Ananda Sai Sunke [Student-PECS]" userId="S::as24anp@herts.ac.uk::f118e371-d1c7-43ba-8102-fa6cb9529733" providerId="AD" clId="Web-{91B677FB-AD90-0066-B6FF-CE3E3F2ABC19}" dt="2026-03-19T18:46:35.073" v="9" actId="20577"/>
        <pc:sldMkLst>
          <pc:docMk/>
          <pc:sldMk cId="109857222" sldId="256"/>
        </pc:sldMkLst>
        <pc:spChg chg="add mod">
          <ac:chgData name="Ananda Sai Sunke [Student-PECS]" userId="S::as24anp@herts.ac.uk::f118e371-d1c7-43ba-8102-fa6cb9529733" providerId="AD" clId="Web-{91B677FB-AD90-0066-B6FF-CE3E3F2ABC19}" dt="2026-03-19T18:46:35.073" v="9" actId="20577"/>
          <ac:spMkLst>
            <pc:docMk/>
            <pc:sldMk cId="109857222" sldId="256"/>
            <ac:spMk id="6" creationId="{1820AA27-6356-79F2-1139-87C59048B368}"/>
          </ac:spMkLst>
        </pc:spChg>
        <pc:spChg chg="add mod">
          <ac:chgData name="Ananda Sai Sunke [Student-PECS]" userId="S::as24anp@herts.ac.uk::f118e371-d1c7-43ba-8102-fa6cb9529733" providerId="AD" clId="Web-{91B677FB-AD90-0066-B6FF-CE3E3F2ABC19}" dt="2026-03-19T18:45:25.307" v="3"/>
          <ac:spMkLst>
            <pc:docMk/>
            <pc:sldMk cId="109857222" sldId="256"/>
            <ac:spMk id="8" creationId="{01E444F7-4442-3676-7200-2BB08C3D3B7D}"/>
          </ac:spMkLst>
        </pc:spChg>
        <pc:spChg chg="add mod">
          <ac:chgData name="Ananda Sai Sunke [Student-PECS]" userId="S::as24anp@herts.ac.uk::f118e371-d1c7-43ba-8102-fa6cb9529733" providerId="AD" clId="Web-{91B677FB-AD90-0066-B6FF-CE3E3F2ABC19}" dt="2026-03-19T18:45:25.307" v="3"/>
          <ac:spMkLst>
            <pc:docMk/>
            <pc:sldMk cId="109857222" sldId="256"/>
            <ac:spMk id="10" creationId="{BE428886-B68D-B9FA-D2A6-28B155BAE855}"/>
          </ac:spMkLst>
        </pc:spChg>
        <pc:spChg chg="add mod">
          <ac:chgData name="Ananda Sai Sunke [Student-PECS]" userId="S::as24anp@herts.ac.uk::f118e371-d1c7-43ba-8102-fa6cb9529733" providerId="AD" clId="Web-{91B677FB-AD90-0066-B6FF-CE3E3F2ABC19}" dt="2026-03-19T18:45:25.307" v="3"/>
          <ac:spMkLst>
            <pc:docMk/>
            <pc:sldMk cId="109857222" sldId="256"/>
            <ac:spMk id="12" creationId="{02C8A964-CD96-A619-2AF5-3A8A27F93E10}"/>
          </ac:spMkLst>
        </pc:spChg>
        <pc:spChg chg="add mod">
          <ac:chgData name="Ananda Sai Sunke [Student-PECS]" userId="S::as24anp@herts.ac.uk::f118e371-d1c7-43ba-8102-fa6cb9529733" providerId="AD" clId="Web-{91B677FB-AD90-0066-B6FF-CE3E3F2ABC19}" dt="2026-03-19T18:45:25.307" v="3"/>
          <ac:spMkLst>
            <pc:docMk/>
            <pc:sldMk cId="109857222" sldId="256"/>
            <ac:spMk id="14" creationId="{5EF8DBAB-A83B-5F6E-553F-4F41AEAAF8F8}"/>
          </ac:spMkLst>
        </pc:spChg>
      </pc:sldChg>
    </pc:docChg>
  </pc:docChgLst>
  <pc:docChgLst>
    <pc:chgData name="Ananda Sai Sunke [Student-PECS]" userId="S::as24anp@herts.ac.uk::f118e371-d1c7-43ba-8102-fa6cb9529733" providerId="AD" clId="Web-{13B7B7F0-4992-48F5-59AC-E1CF2233B40B}"/>
    <pc:docChg chg="mod addSld modSld addMainMaster delMainMaster">
      <pc:chgData name="Ananda Sai Sunke [Student-PECS]" userId="S::as24anp@herts.ac.uk::f118e371-d1c7-43ba-8102-fa6cb9529733" providerId="AD" clId="Web-{13B7B7F0-4992-48F5-59AC-E1CF2233B40B}" dt="2026-03-22T11:58:04.492" v="456" actId="20577"/>
      <pc:docMkLst>
        <pc:docMk/>
      </pc:docMkLst>
      <pc:sldChg chg="addSp delSp modSp mod setBg modClrScheme chgLayout">
        <pc:chgData name="Ananda Sai Sunke [Student-PECS]" userId="S::as24anp@herts.ac.uk::f118e371-d1c7-43ba-8102-fa6cb9529733" providerId="AD" clId="Web-{13B7B7F0-4992-48F5-59AC-E1CF2233B40B}" dt="2026-03-21T12:24:14.788" v="346" actId="14100"/>
        <pc:sldMkLst>
          <pc:docMk/>
          <pc:sldMk cId="109857222" sldId="256"/>
        </pc:sldMkLst>
        <pc:spChg chg="mod ord">
          <ac:chgData name="Ananda Sai Sunke [Student-PECS]" userId="S::as24anp@herts.ac.uk::f118e371-d1c7-43ba-8102-fa6cb9529733" providerId="AD" clId="Web-{13B7B7F0-4992-48F5-59AC-E1CF2233B40B}" dt="2026-03-21T11:40:44.287" v="101"/>
          <ac:spMkLst>
            <pc:docMk/>
            <pc:sldMk cId="109857222" sldId="256"/>
            <ac:spMk id="6" creationId="{1820AA27-6356-79F2-1139-87C59048B368}"/>
          </ac:spMkLst>
        </pc:spChg>
        <pc:spChg chg="mod ord">
          <ac:chgData name="Ananda Sai Sunke [Student-PECS]" userId="S::as24anp@herts.ac.uk::f118e371-d1c7-43ba-8102-fa6cb9529733" providerId="AD" clId="Web-{13B7B7F0-4992-48F5-59AC-E1CF2233B40B}" dt="2026-03-21T12:24:14.788" v="346" actId="14100"/>
          <ac:spMkLst>
            <pc:docMk/>
            <pc:sldMk cId="109857222" sldId="256"/>
            <ac:spMk id="8" creationId="{01E444F7-4442-3676-7200-2BB08C3D3B7D}"/>
          </ac:spMkLst>
        </pc:spChg>
        <pc:spChg chg="mod ord">
          <ac:chgData name="Ananda Sai Sunke [Student-PECS]" userId="S::as24anp@herts.ac.uk::f118e371-d1c7-43ba-8102-fa6cb9529733" providerId="AD" clId="Web-{13B7B7F0-4992-48F5-59AC-E1CF2233B40B}" dt="2026-03-21T11:40:44.287" v="101"/>
          <ac:spMkLst>
            <pc:docMk/>
            <pc:sldMk cId="109857222" sldId="256"/>
            <ac:spMk id="10" creationId="{BE428886-B68D-B9FA-D2A6-28B155BAE855}"/>
          </ac:spMkLst>
        </pc:spChg>
        <pc:spChg chg="mod ord">
          <ac:chgData name="Ananda Sai Sunke [Student-PECS]" userId="S::as24anp@herts.ac.uk::f118e371-d1c7-43ba-8102-fa6cb9529733" providerId="AD" clId="Web-{13B7B7F0-4992-48F5-59AC-E1CF2233B40B}" dt="2026-03-21T11:40:44.287" v="101"/>
          <ac:spMkLst>
            <pc:docMk/>
            <pc:sldMk cId="109857222" sldId="256"/>
            <ac:spMk id="12" creationId="{02C8A964-CD96-A619-2AF5-3A8A27F93E10}"/>
          </ac:spMkLst>
        </pc:spChg>
        <pc:spChg chg="mod ord">
          <ac:chgData name="Ananda Sai Sunke [Student-PECS]" userId="S::as24anp@herts.ac.uk::f118e371-d1c7-43ba-8102-fa6cb9529733" providerId="AD" clId="Web-{13B7B7F0-4992-48F5-59AC-E1CF2233B40B}" dt="2026-03-21T11:35:25.730" v="55"/>
          <ac:spMkLst>
            <pc:docMk/>
            <pc:sldMk cId="109857222" sldId="256"/>
            <ac:spMk id="14" creationId="{5EF8DBAB-A83B-5F6E-553F-4F41AEAAF8F8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40:44.287" v="101"/>
          <ac:spMkLst>
            <pc:docMk/>
            <pc:sldMk cId="109857222" sldId="256"/>
            <ac:spMk id="19" creationId="{1709F1D5-B0F1-4714-A239-E5B61C161915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40:44.287" v="101"/>
          <ac:spMkLst>
            <pc:docMk/>
            <pc:sldMk cId="109857222" sldId="256"/>
            <ac:spMk id="21" creationId="{228FB460-D3FF-4440-A020-05982A09E517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40:44.287" v="101"/>
          <ac:spMkLst>
            <pc:docMk/>
            <pc:sldMk cId="109857222" sldId="256"/>
            <ac:spMk id="23" creationId="{14847E93-7DC1-4D4B-8829-B19AA7137C50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40:44.287" v="101"/>
          <ac:spMkLst>
            <pc:docMk/>
            <pc:sldMk cId="109857222" sldId="256"/>
            <ac:spMk id="27" creationId="{9F835A99-04AC-494A-A572-AFE8413CC938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1:35:58.294" v="56"/>
          <ac:spMkLst>
            <pc:docMk/>
            <pc:sldMk cId="109857222" sldId="256"/>
            <ac:spMk id="29" creationId="{7B786209-1B0B-4CA9-9BDD-F7327066A84D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40:44.287" v="101"/>
          <ac:spMkLst>
            <pc:docMk/>
            <pc:sldMk cId="109857222" sldId="256"/>
            <ac:spMk id="31" creationId="{2D2964BB-484D-45AE-AD66-D407D0629652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40:44.287" v="101"/>
          <ac:spMkLst>
            <pc:docMk/>
            <pc:sldMk cId="109857222" sldId="256"/>
            <ac:spMk id="33" creationId="{6691AC69-A76E-4DAB-B565-468B6B87ACF3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1:40:44.287" v="101"/>
          <ac:spMkLst>
            <pc:docMk/>
            <pc:sldMk cId="109857222" sldId="256"/>
            <ac:spMk id="38" creationId="{3AD318CC-E2A8-4E27-9548-A047A78999B1}"/>
          </ac:spMkLst>
        </pc:spChg>
        <pc:spChg chg="mod">
          <ac:chgData name="Ananda Sai Sunke [Student-PECS]" userId="S::as24anp@herts.ac.uk::f118e371-d1c7-43ba-8102-fa6cb9529733" providerId="AD" clId="Web-{13B7B7F0-4992-48F5-59AC-E1CF2233B40B}" dt="2026-03-21T11:41:17.773" v="102"/>
          <ac:spMkLst>
            <pc:docMk/>
            <pc:sldMk cId="109857222" sldId="256"/>
            <ac:spMk id="41" creationId="{3A9A4357-BD1D-4622-A4FE-766E6AB8DE84}"/>
          </ac:spMkLst>
        </pc:spChg>
      </pc:sldChg>
      <pc:sldChg chg="addSp delSp modSp new mod setBg modClrScheme chgLayout">
        <pc:chgData name="Ananda Sai Sunke [Student-PECS]" userId="S::as24anp@herts.ac.uk::f118e371-d1c7-43ba-8102-fa6cb9529733" providerId="AD" clId="Web-{13B7B7F0-4992-48F5-59AC-E1CF2233B40B}" dt="2026-03-21T11:39:58.583" v="100" actId="20577"/>
        <pc:sldMkLst>
          <pc:docMk/>
          <pc:sldMk cId="2303517514" sldId="257"/>
        </pc:sldMkLst>
        <pc:spChg chg="del">
          <ac:chgData name="Ananda Sai Sunke [Student-PECS]" userId="S::as24anp@herts.ac.uk::f118e371-d1c7-43ba-8102-fa6cb9529733" providerId="AD" clId="Web-{13B7B7F0-4992-48F5-59AC-E1CF2233B40B}" dt="2026-03-21T11:34:52.744" v="52"/>
          <ac:spMkLst>
            <pc:docMk/>
            <pc:sldMk cId="2303517514" sldId="257"/>
            <ac:spMk id="2" creationId="{28D5CB83-DF22-35FA-878C-E50A0B8666D0}"/>
          </ac:spMkLst>
        </pc:spChg>
        <pc:spChg chg="del">
          <ac:chgData name="Ananda Sai Sunke [Student-PECS]" userId="S::as24anp@herts.ac.uk::f118e371-d1c7-43ba-8102-fa6cb9529733" providerId="AD" clId="Web-{13B7B7F0-4992-48F5-59AC-E1CF2233B40B}" dt="2026-03-21T11:34:52.744" v="52"/>
          <ac:spMkLst>
            <pc:docMk/>
            <pc:sldMk cId="2303517514" sldId="257"/>
            <ac:spMk id="3" creationId="{DCFD26F6-0573-A712-E62D-4C6CA391AA6A}"/>
          </ac:spMkLst>
        </pc:spChg>
        <pc:spChg chg="mod ord">
          <ac:chgData name="Ananda Sai Sunke [Student-PECS]" userId="S::as24anp@herts.ac.uk::f118e371-d1c7-43ba-8102-fa6cb9529733" providerId="AD" clId="Web-{13B7B7F0-4992-48F5-59AC-E1CF2233B40B}" dt="2026-03-21T11:38:57.487" v="87"/>
          <ac:spMkLst>
            <pc:docMk/>
            <pc:sldMk cId="2303517514" sldId="257"/>
            <ac:spMk id="4" creationId="{AA292EFB-1853-26FE-01D6-134F6C911462}"/>
          </ac:spMkLst>
        </pc:spChg>
        <pc:spChg chg="mod ord">
          <ac:chgData name="Ananda Sai Sunke [Student-PECS]" userId="S::as24anp@herts.ac.uk::f118e371-d1c7-43ba-8102-fa6cb9529733" providerId="AD" clId="Web-{13B7B7F0-4992-48F5-59AC-E1CF2233B40B}" dt="2026-03-21T11:38:57.487" v="87"/>
          <ac:spMkLst>
            <pc:docMk/>
            <pc:sldMk cId="2303517514" sldId="257"/>
            <ac:spMk id="5" creationId="{A875433A-6F7D-D651-5883-002C9F17B59D}"/>
          </ac:spMkLst>
        </pc:spChg>
        <pc:spChg chg="mod ord">
          <ac:chgData name="Ananda Sai Sunke [Student-PECS]" userId="S::as24anp@herts.ac.uk::f118e371-d1c7-43ba-8102-fa6cb9529733" providerId="AD" clId="Web-{13B7B7F0-4992-48F5-59AC-E1CF2233B40B}" dt="2026-03-21T11:38:57.487" v="87"/>
          <ac:spMkLst>
            <pc:docMk/>
            <pc:sldMk cId="2303517514" sldId="257"/>
            <ac:spMk id="6" creationId="{978BBE73-B197-D0BD-21F8-B701742A8BA0}"/>
          </ac:spMkLst>
        </pc:spChg>
        <pc:spChg chg="add mod ord">
          <ac:chgData name="Ananda Sai Sunke [Student-PECS]" userId="S::as24anp@herts.ac.uk::f118e371-d1c7-43ba-8102-fa6cb9529733" providerId="AD" clId="Web-{13B7B7F0-4992-48F5-59AC-E1CF2233B40B}" dt="2026-03-21T11:39:58.583" v="100" actId="20577"/>
          <ac:spMkLst>
            <pc:docMk/>
            <pc:sldMk cId="2303517514" sldId="257"/>
            <ac:spMk id="7" creationId="{8AFFDE95-2500-D60E-93F1-BB8629CAC1A2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38:43.675" v="84"/>
          <ac:spMkLst>
            <pc:docMk/>
            <pc:sldMk cId="2303517514" sldId="257"/>
            <ac:spMk id="13" creationId="{04812C46-200A-4DEB-A05E-3ED6C68C2387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38:43.675" v="84"/>
          <ac:spMkLst>
            <pc:docMk/>
            <pc:sldMk cId="2303517514" sldId="257"/>
            <ac:spMk id="15" creationId="{D1EA859B-E555-4109-94F3-6700E046E008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38:57.441" v="86"/>
          <ac:spMkLst>
            <pc:docMk/>
            <pc:sldMk cId="2303517514" sldId="257"/>
            <ac:spMk id="17" creationId="{D0300FD3-5AF1-6305-15FA-9078072672E2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38:57.441" v="86"/>
          <ac:spMkLst>
            <pc:docMk/>
            <pc:sldMk cId="2303517514" sldId="257"/>
            <ac:spMk id="18" creationId="{9F7D5CDA-D291-4307-BF55-1381FED29634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38:57.441" v="86"/>
          <ac:spMkLst>
            <pc:docMk/>
            <pc:sldMk cId="2303517514" sldId="257"/>
            <ac:spMk id="20" creationId="{59B296B9-C5A5-4E4F-9B60-C907B5F1466C}"/>
          </ac:spMkLst>
        </pc:spChg>
        <pc:picChg chg="add del">
          <ac:chgData name="Ananda Sai Sunke [Student-PECS]" userId="S::as24anp@herts.ac.uk::f118e371-d1c7-43ba-8102-fa6cb9529733" providerId="AD" clId="Web-{13B7B7F0-4992-48F5-59AC-E1CF2233B40B}" dt="2026-03-21T11:38:43.675" v="84"/>
          <ac:picMkLst>
            <pc:docMk/>
            <pc:sldMk cId="2303517514" sldId="257"/>
            <ac:picMk id="9" creationId="{CD65EDE6-209E-ADD4-25AB-9CE920C2BC61}"/>
          </ac:picMkLst>
        </pc:picChg>
        <pc:picChg chg="add del">
          <ac:chgData name="Ananda Sai Sunke [Student-PECS]" userId="S::as24anp@herts.ac.uk::f118e371-d1c7-43ba-8102-fa6cb9529733" providerId="AD" clId="Web-{13B7B7F0-4992-48F5-59AC-E1CF2233B40B}" dt="2026-03-21T11:38:57.441" v="86"/>
          <ac:picMkLst>
            <pc:docMk/>
            <pc:sldMk cId="2303517514" sldId="257"/>
            <ac:picMk id="19" creationId="{97C9A243-CB5D-3924-4BEE-E8EF81AFB50D}"/>
          </ac:picMkLst>
        </pc:picChg>
        <pc:picChg chg="add mod">
          <ac:chgData name="Ananda Sai Sunke [Student-PECS]" userId="S::as24anp@herts.ac.uk::f118e371-d1c7-43ba-8102-fa6cb9529733" providerId="AD" clId="Web-{13B7B7F0-4992-48F5-59AC-E1CF2233B40B}" dt="2026-03-21T11:39:22.426" v="93" actId="14100"/>
          <ac:picMkLst>
            <pc:docMk/>
            <pc:sldMk cId="2303517514" sldId="257"/>
            <ac:picMk id="23" creationId="{CC6C594F-67C6-D679-69E2-9A629FA715DF}"/>
          </ac:picMkLst>
        </pc:picChg>
        <pc:cxnChg chg="add">
          <ac:chgData name="Ananda Sai Sunke [Student-PECS]" userId="S::as24anp@herts.ac.uk::f118e371-d1c7-43ba-8102-fa6cb9529733" providerId="AD" clId="Web-{13B7B7F0-4992-48F5-59AC-E1CF2233B40B}" dt="2026-03-21T11:38:57.487" v="87"/>
          <ac:cxnSpMkLst>
            <pc:docMk/>
            <pc:sldMk cId="2303517514" sldId="257"/>
            <ac:cxnSpMk id="22" creationId="{1503BFE4-729B-D9D0-C17B-501E6AF1127A}"/>
          </ac:cxnSpMkLst>
        </pc:cxnChg>
      </pc:sldChg>
      <pc:sldChg chg="addSp modSp new mod setBg">
        <pc:chgData name="Ananda Sai Sunke [Student-PECS]" userId="S::as24anp@herts.ac.uk::f118e371-d1c7-43ba-8102-fa6cb9529733" providerId="AD" clId="Web-{13B7B7F0-4992-48F5-59AC-E1CF2233B40B}" dt="2026-03-21T12:24:23.179" v="347" actId="20577"/>
        <pc:sldMkLst>
          <pc:docMk/>
          <pc:sldMk cId="1335292254" sldId="258"/>
        </pc:sldMkLst>
        <pc:spChg chg="add mod">
          <ac:chgData name="Ananda Sai Sunke [Student-PECS]" userId="S::as24anp@herts.ac.uk::f118e371-d1c7-43ba-8102-fa6cb9529733" providerId="AD" clId="Web-{13B7B7F0-4992-48F5-59AC-E1CF2233B40B}" dt="2026-03-21T12:24:23.179" v="347" actId="20577"/>
          <ac:spMkLst>
            <pc:docMk/>
            <pc:sldMk cId="1335292254" sldId="258"/>
            <ac:spMk id="2" creationId="{41CA51C4-A655-4680-BCA9-1778D922F1F1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1:45:06.384" v="141"/>
          <ac:spMkLst>
            <pc:docMk/>
            <pc:sldMk cId="1335292254" sldId="258"/>
            <ac:spMk id="7" creationId="{1BB867FF-FC45-48F7-8104-F89BE54909F1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1:45:06.384" v="141"/>
          <ac:spMkLst>
            <pc:docMk/>
            <pc:sldMk cId="1335292254" sldId="258"/>
            <ac:spMk id="9" creationId="{8BB56887-D0D5-4F0C-9E19-7247EB83C8B7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1:45:06.384" v="141"/>
          <ac:spMkLst>
            <pc:docMk/>
            <pc:sldMk cId="1335292254" sldId="258"/>
            <ac:spMk id="11" creationId="{081E4A58-353D-44AE-B2FC-2A74E2E400F7}"/>
          </ac:spMkLst>
        </pc:spChg>
      </pc:sldChg>
      <pc:sldChg chg="addSp delSp modSp new mod setBg">
        <pc:chgData name="Ananda Sai Sunke [Student-PECS]" userId="S::as24anp@herts.ac.uk::f118e371-d1c7-43ba-8102-fa6cb9529733" providerId="AD" clId="Web-{13B7B7F0-4992-48F5-59AC-E1CF2233B40B}" dt="2026-03-21T12:24:32.320" v="348" actId="20577"/>
        <pc:sldMkLst>
          <pc:docMk/>
          <pc:sldMk cId="2387699874" sldId="259"/>
        </pc:sldMkLst>
        <pc:spChg chg="add mod ord">
          <ac:chgData name="Ananda Sai Sunke [Student-PECS]" userId="S::as24anp@herts.ac.uk::f118e371-d1c7-43ba-8102-fa6cb9529733" providerId="AD" clId="Web-{13B7B7F0-4992-48F5-59AC-E1CF2233B40B}" dt="2026-03-21T12:24:32.320" v="348" actId="20577"/>
          <ac:spMkLst>
            <pc:docMk/>
            <pc:sldMk cId="2387699874" sldId="259"/>
            <ac:spMk id="2" creationId="{745DC90F-797C-DCE2-08B2-8C9C96186307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56:45.026" v="194"/>
          <ac:spMkLst>
            <pc:docMk/>
            <pc:sldMk cId="2387699874" sldId="259"/>
            <ac:spMk id="10" creationId="{A016CB47-C4D4-4332-9ED0-DBB916252F76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56:45.026" v="194"/>
          <ac:spMkLst>
            <pc:docMk/>
            <pc:sldMk cId="2387699874" sldId="259"/>
            <ac:spMk id="12" creationId="{95C8260E-968F-44E8-A823-ABB431311926}"/>
          </ac:spMkLst>
        </pc:spChg>
        <pc:spChg chg="add del mod">
          <ac:chgData name="Ananda Sai Sunke [Student-PECS]" userId="S::as24anp@herts.ac.uk::f118e371-d1c7-43ba-8102-fa6cb9529733" providerId="AD" clId="Web-{13B7B7F0-4992-48F5-59AC-E1CF2233B40B}" dt="2026-03-21T11:56:45.026" v="194"/>
          <ac:spMkLst>
            <pc:docMk/>
            <pc:sldMk cId="2387699874" sldId="259"/>
            <ac:spMk id="14" creationId="{2C1BBA94-3F40-40AA-8BB9-E69E25E537C1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1:56:10.525" v="192"/>
          <ac:spMkLst>
            <pc:docMk/>
            <pc:sldMk cId="2387699874" sldId="259"/>
            <ac:spMk id="16" creationId="{FE43805F-24A6-46A4-B19B-54F28347355C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1:56:45.026" v="194"/>
          <ac:spMkLst>
            <pc:docMk/>
            <pc:sldMk cId="2387699874" sldId="259"/>
            <ac:spMk id="19" creationId="{9D25F302-27C5-414F-97F8-6EA0A6C028BA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1:56:45.026" v="194"/>
          <ac:spMkLst>
            <pc:docMk/>
            <pc:sldMk cId="2387699874" sldId="259"/>
            <ac:spMk id="21" creationId="{830A36F8-48C2-4842-A87B-8CE8DF4E7FD2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1:56:45.026" v="194"/>
          <ac:spMkLst>
            <pc:docMk/>
            <pc:sldMk cId="2387699874" sldId="259"/>
            <ac:spMk id="23" creationId="{086A5A31-B10A-4793-84D4-D785959AE5B8}"/>
          </ac:spMkLst>
        </pc:spChg>
        <pc:picChg chg="add mod">
          <ac:chgData name="Ananda Sai Sunke [Student-PECS]" userId="S::as24anp@herts.ac.uk::f118e371-d1c7-43ba-8102-fa6cb9529733" providerId="AD" clId="Web-{13B7B7F0-4992-48F5-59AC-E1CF2233B40B}" dt="2026-03-21T11:57:24.231" v="201" actId="1076"/>
          <ac:picMkLst>
            <pc:docMk/>
            <pc:sldMk cId="2387699874" sldId="259"/>
            <ac:picMk id="3" creationId="{5E0D9C50-25A7-EC74-27CC-BBFB7AB97776}"/>
          </ac:picMkLst>
        </pc:picChg>
        <pc:picChg chg="add mod ord">
          <ac:chgData name="Ananda Sai Sunke [Student-PECS]" userId="S::as24anp@herts.ac.uk::f118e371-d1c7-43ba-8102-fa6cb9529733" providerId="AD" clId="Web-{13B7B7F0-4992-48F5-59AC-E1CF2233B40B}" dt="2026-03-21T11:57:22.402" v="200" actId="1076"/>
          <ac:picMkLst>
            <pc:docMk/>
            <pc:sldMk cId="2387699874" sldId="259"/>
            <ac:picMk id="4" creationId="{E78FD34D-5F89-B3DB-2D80-C93CD3003C1A}"/>
          </ac:picMkLst>
        </pc:picChg>
        <pc:picChg chg="add mod ord">
          <ac:chgData name="Ananda Sai Sunke [Student-PECS]" userId="S::as24anp@herts.ac.uk::f118e371-d1c7-43ba-8102-fa6cb9529733" providerId="AD" clId="Web-{13B7B7F0-4992-48F5-59AC-E1CF2233B40B}" dt="2026-03-21T11:57:25.949" v="202" actId="1076"/>
          <ac:picMkLst>
            <pc:docMk/>
            <pc:sldMk cId="2387699874" sldId="259"/>
            <ac:picMk id="5" creationId="{196FFD7E-E2E0-A640-AE65-1780A3D6CB8C}"/>
          </ac:picMkLst>
        </pc:picChg>
      </pc:sldChg>
      <pc:sldChg chg="addSp modSp new mod setBg">
        <pc:chgData name="Ananda Sai Sunke [Student-PECS]" userId="S::as24anp@herts.ac.uk::f118e371-d1c7-43ba-8102-fa6cb9529733" providerId="AD" clId="Web-{13B7B7F0-4992-48F5-59AC-E1CF2233B40B}" dt="2026-03-21T12:04:48.256" v="273" actId="20577"/>
        <pc:sldMkLst>
          <pc:docMk/>
          <pc:sldMk cId="383438645" sldId="260"/>
        </pc:sldMkLst>
        <pc:spChg chg="add mod">
          <ac:chgData name="Ananda Sai Sunke [Student-PECS]" userId="S::as24anp@herts.ac.uk::f118e371-d1c7-43ba-8102-fa6cb9529733" providerId="AD" clId="Web-{13B7B7F0-4992-48F5-59AC-E1CF2233B40B}" dt="2026-03-21T12:04:48.256" v="273" actId="20577"/>
          <ac:spMkLst>
            <pc:docMk/>
            <pc:sldMk cId="383438645" sldId="260"/>
            <ac:spMk id="2" creationId="{5F23047F-156C-8A64-BB81-8FF616239AA5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2:04:00.908" v="268"/>
          <ac:spMkLst>
            <pc:docMk/>
            <pc:sldMk cId="383438645" sldId="260"/>
            <ac:spMk id="7" creationId="{B6CDA21F-E7AF-4C75-8395-33F58D5B0E45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2:04:00.908" v="268"/>
          <ac:spMkLst>
            <pc:docMk/>
            <pc:sldMk cId="383438645" sldId="260"/>
            <ac:spMk id="14" creationId="{D5B0017B-2ECA-49AF-B397-DC140825DF8D}"/>
          </ac:spMkLst>
        </pc:spChg>
        <pc:grpChg chg="add">
          <ac:chgData name="Ananda Sai Sunke [Student-PECS]" userId="S::as24anp@herts.ac.uk::f118e371-d1c7-43ba-8102-fa6cb9529733" providerId="AD" clId="Web-{13B7B7F0-4992-48F5-59AC-E1CF2233B40B}" dt="2026-03-21T12:04:00.908" v="268"/>
          <ac:grpSpMkLst>
            <pc:docMk/>
            <pc:sldMk cId="383438645" sldId="260"/>
            <ac:grpSpMk id="9" creationId="{AE1C45F0-260A-458C-96ED-C1F6D2151219}"/>
          </ac:grpSpMkLst>
        </pc:grpChg>
        <pc:cxnChg chg="add">
          <ac:chgData name="Ananda Sai Sunke [Student-PECS]" userId="S::as24anp@herts.ac.uk::f118e371-d1c7-43ba-8102-fa6cb9529733" providerId="AD" clId="Web-{13B7B7F0-4992-48F5-59AC-E1CF2233B40B}" dt="2026-03-21T12:04:00.908" v="268"/>
          <ac:cxnSpMkLst>
            <pc:docMk/>
            <pc:sldMk cId="383438645" sldId="260"/>
            <ac:cxnSpMk id="16" creationId="{6CF1BAF6-AD41-4082-B212-8A1F9A2E8779}"/>
          </ac:cxnSpMkLst>
        </pc:cxnChg>
      </pc:sldChg>
      <pc:sldChg chg="addSp modSp new mod setBg">
        <pc:chgData name="Ananda Sai Sunke [Student-PECS]" userId="S::as24anp@herts.ac.uk::f118e371-d1c7-43ba-8102-fa6cb9529733" providerId="AD" clId="Web-{13B7B7F0-4992-48F5-59AC-E1CF2233B40B}" dt="2026-03-21T12:15:38.176" v="286" actId="20577"/>
        <pc:sldMkLst>
          <pc:docMk/>
          <pc:sldMk cId="2609446330" sldId="261"/>
        </pc:sldMkLst>
        <pc:spChg chg="add mod">
          <ac:chgData name="Ananda Sai Sunke [Student-PECS]" userId="S::as24anp@herts.ac.uk::f118e371-d1c7-43ba-8102-fa6cb9529733" providerId="AD" clId="Web-{13B7B7F0-4992-48F5-59AC-E1CF2233B40B}" dt="2026-03-21T12:15:38.176" v="286" actId="20577"/>
          <ac:spMkLst>
            <pc:docMk/>
            <pc:sldMk cId="2609446330" sldId="261"/>
            <ac:spMk id="2" creationId="{63C125A5-768B-81DE-397A-9474DB03466C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2:05:29.697" v="274"/>
          <ac:spMkLst>
            <pc:docMk/>
            <pc:sldMk cId="2609446330" sldId="261"/>
            <ac:spMk id="7" creationId="{081EA652-8C6A-4E69-BEB9-170809474553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2:05:29.697" v="274"/>
          <ac:spMkLst>
            <pc:docMk/>
            <pc:sldMk cId="2609446330" sldId="261"/>
            <ac:spMk id="9" creationId="{5298780A-33B9-4EA2-8F67-DE68AD62841B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2:05:29.697" v="274"/>
          <ac:spMkLst>
            <pc:docMk/>
            <pc:sldMk cId="2609446330" sldId="261"/>
            <ac:spMk id="11" creationId="{7F488E8B-4E1E-4402-8935-D4E6C02615C7}"/>
          </ac:spMkLst>
        </pc:spChg>
      </pc:sldChg>
      <pc:sldChg chg="addSp delSp modSp new mod setBg">
        <pc:chgData name="Ananda Sai Sunke [Student-PECS]" userId="S::as24anp@herts.ac.uk::f118e371-d1c7-43ba-8102-fa6cb9529733" providerId="AD" clId="Web-{13B7B7F0-4992-48F5-59AC-E1CF2233B40B}" dt="2026-03-21T12:37:31.009" v="360" actId="1076"/>
        <pc:sldMkLst>
          <pc:docMk/>
          <pc:sldMk cId="85621231" sldId="262"/>
        </pc:sldMkLst>
        <pc:spChg chg="add mod">
          <ac:chgData name="Ananda Sai Sunke [Student-PECS]" userId="S::as24anp@herts.ac.uk::f118e371-d1c7-43ba-8102-fa6cb9529733" providerId="AD" clId="Web-{13B7B7F0-4992-48F5-59AC-E1CF2233B40B}" dt="2026-03-21T12:19:22.606" v="314" actId="20577"/>
          <ac:spMkLst>
            <pc:docMk/>
            <pc:sldMk cId="85621231" sldId="262"/>
            <ac:spMk id="2" creationId="{1BEA6BAC-CD65-8485-5CC4-F7B8CE818177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2:18:28.630" v="303"/>
          <ac:spMkLst>
            <pc:docMk/>
            <pc:sldMk cId="85621231" sldId="262"/>
            <ac:spMk id="9" creationId="{149FB5C3-7336-4FE0-A30C-CC0A3646D499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2:18:28.630" v="303"/>
          <ac:spMkLst>
            <pc:docMk/>
            <pc:sldMk cId="85621231" sldId="262"/>
            <ac:spMk id="15" creationId="{0DA909B4-15FF-46A6-8A7F-7AEF977FE9ED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2:18:35.146" v="305"/>
          <ac:spMkLst>
            <pc:docMk/>
            <pc:sldMk cId="85621231" sldId="262"/>
            <ac:spMk id="17" creationId="{1382A32C-5B0C-4B1C-A074-76C6DBCC9F87}"/>
          </ac:spMkLst>
        </pc:spChg>
        <pc:grpChg chg="add">
          <ac:chgData name="Ananda Sai Sunke [Student-PECS]" userId="S::as24anp@herts.ac.uk::f118e371-d1c7-43ba-8102-fa6cb9529733" providerId="AD" clId="Web-{13B7B7F0-4992-48F5-59AC-E1CF2233B40B}" dt="2026-03-21T12:18:28.630" v="303"/>
          <ac:grpSpMkLst>
            <pc:docMk/>
            <pc:sldMk cId="85621231" sldId="262"/>
            <ac:grpSpMk id="11" creationId="{19A6B5CE-CB1D-48EE-8B43-E952235C8371}"/>
          </ac:grpSpMkLst>
        </pc:grpChg>
        <pc:picChg chg="add mod ord">
          <ac:chgData name="Ananda Sai Sunke [Student-PECS]" userId="S::as24anp@herts.ac.uk::f118e371-d1c7-43ba-8102-fa6cb9529733" providerId="AD" clId="Web-{13B7B7F0-4992-48F5-59AC-E1CF2233B40B}" dt="2026-03-21T12:19:33.904" v="317" actId="14100"/>
          <ac:picMkLst>
            <pc:docMk/>
            <pc:sldMk cId="85621231" sldId="262"/>
            <ac:picMk id="3" creationId="{3032BCF6-02FE-A189-42DE-0B025BB286C5}"/>
          </ac:picMkLst>
        </pc:picChg>
        <pc:picChg chg="add del mod">
          <ac:chgData name="Ananda Sai Sunke [Student-PECS]" userId="S::as24anp@herts.ac.uk::f118e371-d1c7-43ba-8102-fa6cb9529733" providerId="AD" clId="Web-{13B7B7F0-4992-48F5-59AC-E1CF2233B40B}" dt="2026-03-21T12:37:02.115" v="351"/>
          <ac:picMkLst>
            <pc:docMk/>
            <pc:sldMk cId="85621231" sldId="262"/>
            <ac:picMk id="4" creationId="{9CEEE58F-8788-B3B8-71EF-1C99F4AF5161}"/>
          </ac:picMkLst>
        </pc:picChg>
        <pc:picChg chg="add del mod">
          <ac:chgData name="Ananda Sai Sunke [Student-PECS]" userId="S::as24anp@herts.ac.uk::f118e371-d1c7-43ba-8102-fa6cb9529733" providerId="AD" clId="Web-{13B7B7F0-4992-48F5-59AC-E1CF2233B40B}" dt="2026-03-21T12:37:10.554" v="353"/>
          <ac:picMkLst>
            <pc:docMk/>
            <pc:sldMk cId="85621231" sldId="262"/>
            <ac:picMk id="5" creationId="{6F62E41E-5543-5989-8DAC-9E002B67BEE2}"/>
          </ac:picMkLst>
        </pc:picChg>
        <pc:picChg chg="add mod">
          <ac:chgData name="Ananda Sai Sunke [Student-PECS]" userId="S::as24anp@herts.ac.uk::f118e371-d1c7-43ba-8102-fa6cb9529733" providerId="AD" clId="Web-{13B7B7F0-4992-48F5-59AC-E1CF2233B40B}" dt="2026-03-21T12:37:31.009" v="360" actId="1076"/>
          <ac:picMkLst>
            <pc:docMk/>
            <pc:sldMk cId="85621231" sldId="262"/>
            <ac:picMk id="6" creationId="{905DB135-A82A-2F59-4178-6887273A9F4C}"/>
          </ac:picMkLst>
        </pc:picChg>
      </pc:sldChg>
      <pc:sldChg chg="addSp delSp modSp new mod setBg">
        <pc:chgData name="Ananda Sai Sunke [Student-PECS]" userId="S::as24anp@herts.ac.uk::f118e371-d1c7-43ba-8102-fa6cb9529733" providerId="AD" clId="Web-{13B7B7F0-4992-48F5-59AC-E1CF2233B40B}" dt="2026-03-21T12:39:03.412" v="373" actId="14100"/>
        <pc:sldMkLst>
          <pc:docMk/>
          <pc:sldMk cId="1029799341" sldId="263"/>
        </pc:sldMkLst>
        <pc:spChg chg="add mod">
          <ac:chgData name="Ananda Sai Sunke [Student-PECS]" userId="S::as24anp@herts.ac.uk::f118e371-d1c7-43ba-8102-fa6cb9529733" providerId="AD" clId="Web-{13B7B7F0-4992-48F5-59AC-E1CF2233B40B}" dt="2026-03-21T12:38:57.239" v="370" actId="20577"/>
          <ac:spMkLst>
            <pc:docMk/>
            <pc:sldMk cId="1029799341" sldId="263"/>
            <ac:spMk id="2" creationId="{33C6AF4B-F40A-7BC4-4100-2B78D8B56E9C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2:38:38.550" v="365"/>
          <ac:spMkLst>
            <pc:docMk/>
            <pc:sldMk cId="1029799341" sldId="263"/>
            <ac:spMk id="10" creationId="{149FB5C3-7336-4FE0-A30C-CC0A3646D499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1T12:38:38.550" v="365"/>
          <ac:spMkLst>
            <pc:docMk/>
            <pc:sldMk cId="1029799341" sldId="263"/>
            <ac:spMk id="16" creationId="{0DA909B4-15FF-46A6-8A7F-7AEF977FE9ED}"/>
          </ac:spMkLst>
        </pc:spChg>
        <pc:spChg chg="add del">
          <ac:chgData name="Ananda Sai Sunke [Student-PECS]" userId="S::as24anp@herts.ac.uk::f118e371-d1c7-43ba-8102-fa6cb9529733" providerId="AD" clId="Web-{13B7B7F0-4992-48F5-59AC-E1CF2233B40B}" dt="2026-03-21T12:38:42.066" v="366"/>
          <ac:spMkLst>
            <pc:docMk/>
            <pc:sldMk cId="1029799341" sldId="263"/>
            <ac:spMk id="18" creationId="{1382A32C-5B0C-4B1C-A074-76C6DBCC9F87}"/>
          </ac:spMkLst>
        </pc:spChg>
        <pc:grpChg chg="add">
          <ac:chgData name="Ananda Sai Sunke [Student-PECS]" userId="S::as24anp@herts.ac.uk::f118e371-d1c7-43ba-8102-fa6cb9529733" providerId="AD" clId="Web-{13B7B7F0-4992-48F5-59AC-E1CF2233B40B}" dt="2026-03-21T12:38:38.550" v="365"/>
          <ac:grpSpMkLst>
            <pc:docMk/>
            <pc:sldMk cId="1029799341" sldId="263"/>
            <ac:grpSpMk id="12" creationId="{19A6B5CE-CB1D-48EE-8B43-E952235C8371}"/>
          </ac:grpSpMkLst>
        </pc:grpChg>
        <pc:picChg chg="add del mod">
          <ac:chgData name="Ananda Sai Sunke [Student-PECS]" userId="S::as24anp@herts.ac.uk::f118e371-d1c7-43ba-8102-fa6cb9529733" providerId="AD" clId="Web-{13B7B7F0-4992-48F5-59AC-E1CF2233B40B}" dt="2026-03-21T12:36:51.786" v="350"/>
          <ac:picMkLst>
            <pc:docMk/>
            <pc:sldMk cId="1029799341" sldId="263"/>
            <ac:picMk id="3" creationId="{90D85B54-41DD-73E1-F0DD-BE73A39D9C5A}"/>
          </ac:picMkLst>
        </pc:picChg>
        <pc:picChg chg="add mod ord">
          <ac:chgData name="Ananda Sai Sunke [Student-PECS]" userId="S::as24anp@herts.ac.uk::f118e371-d1c7-43ba-8102-fa6cb9529733" providerId="AD" clId="Web-{13B7B7F0-4992-48F5-59AC-E1CF2233B40B}" dt="2026-03-21T12:38:38.550" v="365"/>
          <ac:picMkLst>
            <pc:docMk/>
            <pc:sldMk cId="1029799341" sldId="263"/>
            <ac:picMk id="4" creationId="{1E8C0D1A-719F-357A-9079-F54A8E0D6EB7}"/>
          </ac:picMkLst>
        </pc:picChg>
        <pc:picChg chg="add mod">
          <ac:chgData name="Ananda Sai Sunke [Student-PECS]" userId="S::as24anp@herts.ac.uk::f118e371-d1c7-43ba-8102-fa6cb9529733" providerId="AD" clId="Web-{13B7B7F0-4992-48F5-59AC-E1CF2233B40B}" dt="2026-03-21T12:39:03.412" v="373" actId="14100"/>
          <ac:picMkLst>
            <pc:docMk/>
            <pc:sldMk cId="1029799341" sldId="263"/>
            <ac:picMk id="5" creationId="{79F56DA0-EA6B-BEA6-58DF-294916C2BBF6}"/>
          </ac:picMkLst>
        </pc:picChg>
      </pc:sldChg>
      <pc:sldChg chg="addSp modSp new mod setBg">
        <pc:chgData name="Ananda Sai Sunke [Student-PECS]" userId="S::as24anp@herts.ac.uk::f118e371-d1c7-43ba-8102-fa6cb9529733" providerId="AD" clId="Web-{13B7B7F0-4992-48F5-59AC-E1CF2233B40B}" dt="2026-03-22T11:56:35.960" v="446" actId="20577"/>
        <pc:sldMkLst>
          <pc:docMk/>
          <pc:sldMk cId="4281635394" sldId="264"/>
        </pc:sldMkLst>
        <pc:spChg chg="add mod">
          <ac:chgData name="Ananda Sai Sunke [Student-PECS]" userId="S::as24anp@herts.ac.uk::f118e371-d1c7-43ba-8102-fa6cb9529733" providerId="AD" clId="Web-{13B7B7F0-4992-48F5-59AC-E1CF2233B40B}" dt="2026-03-22T11:56:35.960" v="446" actId="20577"/>
          <ac:spMkLst>
            <pc:docMk/>
            <pc:sldMk cId="4281635394" sldId="264"/>
            <ac:spMk id="2" creationId="{0D1C3C88-790A-C868-CD67-2006AE9AB7A3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2T11:55:46.130" v="438"/>
          <ac:spMkLst>
            <pc:docMk/>
            <pc:sldMk cId="4281635394" sldId="264"/>
            <ac:spMk id="7" creationId="{B6CDA21F-E7AF-4C75-8395-33F58D5B0E45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2T11:55:46.130" v="438"/>
          <ac:spMkLst>
            <pc:docMk/>
            <pc:sldMk cId="4281635394" sldId="264"/>
            <ac:spMk id="14" creationId="{D5B0017B-2ECA-49AF-B397-DC140825DF8D}"/>
          </ac:spMkLst>
        </pc:spChg>
        <pc:grpChg chg="add">
          <ac:chgData name="Ananda Sai Sunke [Student-PECS]" userId="S::as24anp@herts.ac.uk::f118e371-d1c7-43ba-8102-fa6cb9529733" providerId="AD" clId="Web-{13B7B7F0-4992-48F5-59AC-E1CF2233B40B}" dt="2026-03-22T11:55:46.130" v="438"/>
          <ac:grpSpMkLst>
            <pc:docMk/>
            <pc:sldMk cId="4281635394" sldId="264"/>
            <ac:grpSpMk id="9" creationId="{AE1C45F0-260A-458C-96ED-C1F6D2151219}"/>
          </ac:grpSpMkLst>
        </pc:grpChg>
        <pc:cxnChg chg="add">
          <ac:chgData name="Ananda Sai Sunke [Student-PECS]" userId="S::as24anp@herts.ac.uk::f118e371-d1c7-43ba-8102-fa6cb9529733" providerId="AD" clId="Web-{13B7B7F0-4992-48F5-59AC-E1CF2233B40B}" dt="2026-03-22T11:55:46.130" v="438"/>
          <ac:cxnSpMkLst>
            <pc:docMk/>
            <pc:sldMk cId="4281635394" sldId="264"/>
            <ac:cxnSpMk id="16" creationId="{6CF1BAF6-AD41-4082-B212-8A1F9A2E8779}"/>
          </ac:cxnSpMkLst>
        </pc:cxnChg>
      </pc:sldChg>
      <pc:sldChg chg="addSp modSp new mod setBg">
        <pc:chgData name="Ananda Sai Sunke [Student-PECS]" userId="S::as24anp@herts.ac.uk::f118e371-d1c7-43ba-8102-fa6cb9529733" providerId="AD" clId="Web-{13B7B7F0-4992-48F5-59AC-E1CF2233B40B}" dt="2026-03-22T11:58:04.492" v="456" actId="20577"/>
        <pc:sldMkLst>
          <pc:docMk/>
          <pc:sldMk cId="997129063" sldId="265"/>
        </pc:sldMkLst>
        <pc:spChg chg="add mod">
          <ac:chgData name="Ananda Sai Sunke [Student-PECS]" userId="S::as24anp@herts.ac.uk::f118e371-d1c7-43ba-8102-fa6cb9529733" providerId="AD" clId="Web-{13B7B7F0-4992-48F5-59AC-E1CF2233B40B}" dt="2026-03-22T11:58:04.492" v="456" actId="20577"/>
          <ac:spMkLst>
            <pc:docMk/>
            <pc:sldMk cId="997129063" sldId="265"/>
            <ac:spMk id="2" creationId="{2B46E861-4CD5-DF7C-9D11-549062EDC52A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2T11:57:08.007" v="447"/>
          <ac:spMkLst>
            <pc:docMk/>
            <pc:sldMk cId="997129063" sldId="265"/>
            <ac:spMk id="7" creationId="{DBF61EA3-B236-439E-9C0B-340980D56BEE}"/>
          </ac:spMkLst>
        </pc:spChg>
        <pc:spChg chg="add">
          <ac:chgData name="Ananda Sai Sunke [Student-PECS]" userId="S::as24anp@herts.ac.uk::f118e371-d1c7-43ba-8102-fa6cb9529733" providerId="AD" clId="Web-{13B7B7F0-4992-48F5-59AC-E1CF2233B40B}" dt="2026-03-22T11:57:08.007" v="447"/>
          <ac:spMkLst>
            <pc:docMk/>
            <pc:sldMk cId="997129063" sldId="265"/>
            <ac:spMk id="13" creationId="{E659831F-0D9A-4C63-9EBB-8435B85A440F}"/>
          </ac:spMkLst>
        </pc:spChg>
        <pc:grpChg chg="add">
          <ac:chgData name="Ananda Sai Sunke [Student-PECS]" userId="S::as24anp@herts.ac.uk::f118e371-d1c7-43ba-8102-fa6cb9529733" providerId="AD" clId="Web-{13B7B7F0-4992-48F5-59AC-E1CF2233B40B}" dt="2026-03-22T11:57:08.007" v="447"/>
          <ac:grpSpMkLst>
            <pc:docMk/>
            <pc:sldMk cId="997129063" sldId="265"/>
            <ac:grpSpMk id="9" creationId="{28FAF094-D087-493F-8DF9-A486C2D6BBAA}"/>
          </ac:grpSpMkLst>
        </pc:grpChg>
      </pc:sldChg>
      <pc:sldMasterChg chg="del delSldLayout">
        <pc:chgData name="Ananda Sai Sunke [Student-PECS]" userId="S::as24anp@herts.ac.uk::f118e371-d1c7-43ba-8102-fa6cb9529733" providerId="AD" clId="Web-{13B7B7F0-4992-48F5-59AC-E1CF2233B40B}" dt="2026-03-21T11:35:05.620" v="53"/>
        <pc:sldMasterMkLst>
          <pc:docMk/>
          <pc:sldMasterMk cId="1056764883" sldId="2147483684"/>
        </pc:sldMasterMkLst>
        <pc:sldLayoutChg chg="del">
          <pc:chgData name="Ananda Sai Sunke [Student-PECS]" userId="S::as24anp@herts.ac.uk::f118e371-d1c7-43ba-8102-fa6cb9529733" providerId="AD" clId="Web-{13B7B7F0-4992-48F5-59AC-E1CF2233B40B}" dt="2026-03-21T11:35:05.620" v="53"/>
          <pc:sldLayoutMkLst>
            <pc:docMk/>
            <pc:sldMasterMk cId="1056764883" sldId="2147483684"/>
            <pc:sldLayoutMk cId="2195335054" sldId="2147483685"/>
          </pc:sldLayoutMkLst>
        </pc:sldLayoutChg>
        <pc:sldLayoutChg chg="del">
          <pc:chgData name="Ananda Sai Sunke [Student-PECS]" userId="S::as24anp@herts.ac.uk::f118e371-d1c7-43ba-8102-fa6cb9529733" providerId="AD" clId="Web-{13B7B7F0-4992-48F5-59AC-E1CF2233B40B}" dt="2026-03-21T11:35:05.620" v="53"/>
          <pc:sldLayoutMkLst>
            <pc:docMk/>
            <pc:sldMasterMk cId="1056764883" sldId="2147483684"/>
            <pc:sldLayoutMk cId="977226286" sldId="2147483686"/>
          </pc:sldLayoutMkLst>
        </pc:sldLayoutChg>
        <pc:sldLayoutChg chg="del">
          <pc:chgData name="Ananda Sai Sunke [Student-PECS]" userId="S::as24anp@herts.ac.uk::f118e371-d1c7-43ba-8102-fa6cb9529733" providerId="AD" clId="Web-{13B7B7F0-4992-48F5-59AC-E1CF2233B40B}" dt="2026-03-21T11:35:05.620" v="53"/>
          <pc:sldLayoutMkLst>
            <pc:docMk/>
            <pc:sldMasterMk cId="1056764883" sldId="2147483684"/>
            <pc:sldLayoutMk cId="294432284" sldId="2147483687"/>
          </pc:sldLayoutMkLst>
        </pc:sldLayoutChg>
        <pc:sldLayoutChg chg="del">
          <pc:chgData name="Ananda Sai Sunke [Student-PECS]" userId="S::as24anp@herts.ac.uk::f118e371-d1c7-43ba-8102-fa6cb9529733" providerId="AD" clId="Web-{13B7B7F0-4992-48F5-59AC-E1CF2233B40B}" dt="2026-03-21T11:35:05.620" v="53"/>
          <pc:sldLayoutMkLst>
            <pc:docMk/>
            <pc:sldMasterMk cId="1056764883" sldId="2147483684"/>
            <pc:sldLayoutMk cId="86227544" sldId="2147483688"/>
          </pc:sldLayoutMkLst>
        </pc:sldLayoutChg>
        <pc:sldLayoutChg chg="del">
          <pc:chgData name="Ananda Sai Sunke [Student-PECS]" userId="S::as24anp@herts.ac.uk::f118e371-d1c7-43ba-8102-fa6cb9529733" providerId="AD" clId="Web-{13B7B7F0-4992-48F5-59AC-E1CF2233B40B}" dt="2026-03-21T11:35:05.620" v="53"/>
          <pc:sldLayoutMkLst>
            <pc:docMk/>
            <pc:sldMasterMk cId="1056764883" sldId="2147483684"/>
            <pc:sldLayoutMk cId="270198634" sldId="2147483689"/>
          </pc:sldLayoutMkLst>
        </pc:sldLayoutChg>
        <pc:sldLayoutChg chg="del">
          <pc:chgData name="Ananda Sai Sunke [Student-PECS]" userId="S::as24anp@herts.ac.uk::f118e371-d1c7-43ba-8102-fa6cb9529733" providerId="AD" clId="Web-{13B7B7F0-4992-48F5-59AC-E1CF2233B40B}" dt="2026-03-21T11:35:05.620" v="53"/>
          <pc:sldLayoutMkLst>
            <pc:docMk/>
            <pc:sldMasterMk cId="1056764883" sldId="2147483684"/>
            <pc:sldLayoutMk cId="3433176558" sldId="2147483690"/>
          </pc:sldLayoutMkLst>
        </pc:sldLayoutChg>
        <pc:sldLayoutChg chg="del">
          <pc:chgData name="Ananda Sai Sunke [Student-PECS]" userId="S::as24anp@herts.ac.uk::f118e371-d1c7-43ba-8102-fa6cb9529733" providerId="AD" clId="Web-{13B7B7F0-4992-48F5-59AC-E1CF2233B40B}" dt="2026-03-21T11:35:05.620" v="53"/>
          <pc:sldLayoutMkLst>
            <pc:docMk/>
            <pc:sldMasterMk cId="1056764883" sldId="2147483684"/>
            <pc:sldLayoutMk cId="2990253698" sldId="2147483691"/>
          </pc:sldLayoutMkLst>
        </pc:sldLayoutChg>
        <pc:sldLayoutChg chg="del">
          <pc:chgData name="Ananda Sai Sunke [Student-PECS]" userId="S::as24anp@herts.ac.uk::f118e371-d1c7-43ba-8102-fa6cb9529733" providerId="AD" clId="Web-{13B7B7F0-4992-48F5-59AC-E1CF2233B40B}" dt="2026-03-21T11:35:05.620" v="53"/>
          <pc:sldLayoutMkLst>
            <pc:docMk/>
            <pc:sldMasterMk cId="1056764883" sldId="2147483684"/>
            <pc:sldLayoutMk cId="3920385549" sldId="2147483692"/>
          </pc:sldLayoutMkLst>
        </pc:sldLayoutChg>
        <pc:sldLayoutChg chg="del">
          <pc:chgData name="Ananda Sai Sunke [Student-PECS]" userId="S::as24anp@herts.ac.uk::f118e371-d1c7-43ba-8102-fa6cb9529733" providerId="AD" clId="Web-{13B7B7F0-4992-48F5-59AC-E1CF2233B40B}" dt="2026-03-21T11:35:05.620" v="53"/>
          <pc:sldLayoutMkLst>
            <pc:docMk/>
            <pc:sldMasterMk cId="1056764883" sldId="2147483684"/>
            <pc:sldLayoutMk cId="632434070" sldId="2147483693"/>
          </pc:sldLayoutMkLst>
        </pc:sldLayoutChg>
        <pc:sldLayoutChg chg="del">
          <pc:chgData name="Ananda Sai Sunke [Student-PECS]" userId="S::as24anp@herts.ac.uk::f118e371-d1c7-43ba-8102-fa6cb9529733" providerId="AD" clId="Web-{13B7B7F0-4992-48F5-59AC-E1CF2233B40B}" dt="2026-03-21T11:35:05.620" v="53"/>
          <pc:sldLayoutMkLst>
            <pc:docMk/>
            <pc:sldMasterMk cId="1056764883" sldId="2147483684"/>
            <pc:sldLayoutMk cId="1453172846" sldId="2147483694"/>
          </pc:sldLayoutMkLst>
        </pc:sldLayoutChg>
        <pc:sldLayoutChg chg="del">
          <pc:chgData name="Ananda Sai Sunke [Student-PECS]" userId="S::as24anp@herts.ac.uk::f118e371-d1c7-43ba-8102-fa6cb9529733" providerId="AD" clId="Web-{13B7B7F0-4992-48F5-59AC-E1CF2233B40B}" dt="2026-03-21T11:35:05.620" v="53"/>
          <pc:sldLayoutMkLst>
            <pc:docMk/>
            <pc:sldMasterMk cId="1056764883" sldId="2147483684"/>
            <pc:sldLayoutMk cId="1239322078" sldId="2147483695"/>
          </pc:sldLayoutMkLst>
        </pc:sldLayoutChg>
      </pc:sldMasterChg>
      <pc:sldMasterChg chg="add del addSldLayout delSldLayout modSldLayout">
        <pc:chgData name="Ananda Sai Sunke [Student-PECS]" userId="S::as24anp@herts.ac.uk::f118e371-d1c7-43ba-8102-fa6cb9529733" providerId="AD" clId="Web-{13B7B7F0-4992-48F5-59AC-E1CF2233B40B}" dt="2026-03-21T11:35:13.073" v="54"/>
        <pc:sldMasterMkLst>
          <pc:docMk/>
          <pc:sldMasterMk cId="3580516145" sldId="2147483696"/>
        </pc:sldMasterMkLst>
        <pc:sldLayoutChg chg="add del mod replId">
          <pc:chgData name="Ananda Sai Sunke [Student-PECS]" userId="S::as24anp@herts.ac.uk::f118e371-d1c7-43ba-8102-fa6cb9529733" providerId="AD" clId="Web-{13B7B7F0-4992-48F5-59AC-E1CF2233B40B}" dt="2026-03-21T11:35:13.073" v="54"/>
          <pc:sldLayoutMkLst>
            <pc:docMk/>
            <pc:sldMasterMk cId="3580516145" sldId="2147483696"/>
            <pc:sldLayoutMk cId="2234875633" sldId="2147483697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13.073" v="54"/>
          <pc:sldLayoutMkLst>
            <pc:docMk/>
            <pc:sldMasterMk cId="3580516145" sldId="2147483696"/>
            <pc:sldLayoutMk cId="730258487" sldId="2147483698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13.073" v="54"/>
          <pc:sldLayoutMkLst>
            <pc:docMk/>
            <pc:sldMasterMk cId="3580516145" sldId="2147483696"/>
            <pc:sldLayoutMk cId="3466552394" sldId="2147483699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13.073" v="54"/>
          <pc:sldLayoutMkLst>
            <pc:docMk/>
            <pc:sldMasterMk cId="3580516145" sldId="2147483696"/>
            <pc:sldLayoutMk cId="2027095046" sldId="2147483700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13.073" v="54"/>
          <pc:sldLayoutMkLst>
            <pc:docMk/>
            <pc:sldMasterMk cId="3580516145" sldId="2147483696"/>
            <pc:sldLayoutMk cId="3934818798" sldId="2147483701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13.073" v="54"/>
          <pc:sldLayoutMkLst>
            <pc:docMk/>
            <pc:sldMasterMk cId="3580516145" sldId="2147483696"/>
            <pc:sldLayoutMk cId="252805807" sldId="2147483702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13.073" v="54"/>
          <pc:sldLayoutMkLst>
            <pc:docMk/>
            <pc:sldMasterMk cId="3580516145" sldId="2147483696"/>
            <pc:sldLayoutMk cId="628672764" sldId="2147483703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13.073" v="54"/>
          <pc:sldLayoutMkLst>
            <pc:docMk/>
            <pc:sldMasterMk cId="3580516145" sldId="2147483696"/>
            <pc:sldLayoutMk cId="4255206101" sldId="2147483704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13.073" v="54"/>
          <pc:sldLayoutMkLst>
            <pc:docMk/>
            <pc:sldMasterMk cId="3580516145" sldId="2147483696"/>
            <pc:sldLayoutMk cId="3205293681" sldId="2147483705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13.073" v="54"/>
          <pc:sldLayoutMkLst>
            <pc:docMk/>
            <pc:sldMasterMk cId="3580516145" sldId="2147483696"/>
            <pc:sldLayoutMk cId="150719238" sldId="2147483706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13.073" v="54"/>
          <pc:sldLayoutMkLst>
            <pc:docMk/>
            <pc:sldMasterMk cId="3580516145" sldId="2147483696"/>
            <pc:sldLayoutMk cId="1483117594" sldId="2147483707"/>
          </pc:sldLayoutMkLst>
        </pc:sldLayoutChg>
      </pc:sldMasterChg>
      <pc:sldMasterChg chg="add del addSldLayout delSldLayout modSldLayout">
        <pc:chgData name="Ananda Sai Sunke [Student-PECS]" userId="S::as24anp@herts.ac.uk::f118e371-d1c7-43ba-8102-fa6cb9529733" providerId="AD" clId="Web-{13B7B7F0-4992-48F5-59AC-E1CF2233B40B}" dt="2026-03-21T11:35:25.730" v="55"/>
        <pc:sldMasterMkLst>
          <pc:docMk/>
          <pc:sldMasterMk cId="3178945447" sldId="2147483708"/>
        </pc:sldMasterMkLst>
        <pc:sldLayoutChg chg="add del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3178945447" sldId="2147483708"/>
            <pc:sldLayoutMk cId="3595658222" sldId="2147483709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3178945447" sldId="2147483708"/>
            <pc:sldLayoutMk cId="336699108" sldId="2147483710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3178945447" sldId="2147483708"/>
            <pc:sldLayoutMk cId="1361227278" sldId="2147483711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3178945447" sldId="2147483708"/>
            <pc:sldLayoutMk cId="202031522" sldId="2147483712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3178945447" sldId="2147483708"/>
            <pc:sldLayoutMk cId="4080109071" sldId="2147483713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3178945447" sldId="2147483708"/>
            <pc:sldLayoutMk cId="1924964938" sldId="2147483714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3178945447" sldId="2147483708"/>
            <pc:sldLayoutMk cId="2682074253" sldId="2147483715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3178945447" sldId="2147483708"/>
            <pc:sldLayoutMk cId="4244987639" sldId="2147483716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3178945447" sldId="2147483708"/>
            <pc:sldLayoutMk cId="1764659771" sldId="2147483717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3178945447" sldId="2147483708"/>
            <pc:sldLayoutMk cId="3384417875" sldId="2147483718"/>
          </pc:sldLayoutMkLst>
        </pc:sldLayoutChg>
        <pc:sldLayoutChg chg="add del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3178945447" sldId="2147483708"/>
            <pc:sldLayoutMk cId="2836574151" sldId="2147483719"/>
          </pc:sldLayoutMkLst>
        </pc:sldLayoutChg>
      </pc:sldMasterChg>
      <pc:sldMasterChg chg="add addSldLayout modSldLayout">
        <pc:chgData name="Ananda Sai Sunke [Student-PECS]" userId="S::as24anp@herts.ac.uk::f118e371-d1c7-43ba-8102-fa6cb9529733" providerId="AD" clId="Web-{13B7B7F0-4992-48F5-59AC-E1CF2233B40B}" dt="2026-03-21T11:35:25.730" v="55"/>
        <pc:sldMasterMkLst>
          <pc:docMk/>
          <pc:sldMasterMk cId="105585414" sldId="2147483720"/>
        </pc:sldMasterMkLst>
        <pc:sldLayoutChg chg="add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105585414" sldId="2147483720"/>
            <pc:sldLayoutMk cId="3607260727" sldId="2147483721"/>
          </pc:sldLayoutMkLst>
        </pc:sldLayoutChg>
        <pc:sldLayoutChg chg="add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105585414" sldId="2147483720"/>
            <pc:sldLayoutMk cId="3842235923" sldId="2147483722"/>
          </pc:sldLayoutMkLst>
        </pc:sldLayoutChg>
        <pc:sldLayoutChg chg="add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105585414" sldId="2147483720"/>
            <pc:sldLayoutMk cId="1686824397" sldId="2147483723"/>
          </pc:sldLayoutMkLst>
        </pc:sldLayoutChg>
        <pc:sldLayoutChg chg="add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105585414" sldId="2147483720"/>
            <pc:sldLayoutMk cId="2752189825" sldId="2147483724"/>
          </pc:sldLayoutMkLst>
        </pc:sldLayoutChg>
        <pc:sldLayoutChg chg="add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105585414" sldId="2147483720"/>
            <pc:sldLayoutMk cId="2923999094" sldId="2147483725"/>
          </pc:sldLayoutMkLst>
        </pc:sldLayoutChg>
        <pc:sldLayoutChg chg="add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105585414" sldId="2147483720"/>
            <pc:sldLayoutMk cId="266274887" sldId="2147483726"/>
          </pc:sldLayoutMkLst>
        </pc:sldLayoutChg>
        <pc:sldLayoutChg chg="add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105585414" sldId="2147483720"/>
            <pc:sldLayoutMk cId="2496409368" sldId="2147483727"/>
          </pc:sldLayoutMkLst>
        </pc:sldLayoutChg>
        <pc:sldLayoutChg chg="add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105585414" sldId="2147483720"/>
            <pc:sldLayoutMk cId="2924094728" sldId="2147483728"/>
          </pc:sldLayoutMkLst>
        </pc:sldLayoutChg>
        <pc:sldLayoutChg chg="add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105585414" sldId="2147483720"/>
            <pc:sldLayoutMk cId="515789123" sldId="2147483729"/>
          </pc:sldLayoutMkLst>
        </pc:sldLayoutChg>
        <pc:sldLayoutChg chg="add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105585414" sldId="2147483720"/>
            <pc:sldLayoutMk cId="699098598" sldId="2147483730"/>
          </pc:sldLayoutMkLst>
        </pc:sldLayoutChg>
        <pc:sldLayoutChg chg="add mod replId">
          <pc:chgData name="Ananda Sai Sunke [Student-PECS]" userId="S::as24anp@herts.ac.uk::f118e371-d1c7-43ba-8102-fa6cb9529733" providerId="AD" clId="Web-{13B7B7F0-4992-48F5-59AC-E1CF2233B40B}" dt="2026-03-21T11:35:25.730" v="55"/>
          <pc:sldLayoutMkLst>
            <pc:docMk/>
            <pc:sldMasterMk cId="105585414" sldId="2147483720"/>
            <pc:sldLayoutMk cId="3406325366" sldId="214748373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60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235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82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18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99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7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40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094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789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9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325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unkeAnandasai3784/SMMT-2025-UK-Car-Sales-Analysi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820AA27-6356-79F2-1139-87C59048B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065" y="1463040"/>
            <a:ext cx="3796306" cy="26909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b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8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/>
            <a:endParaRPr lang="en-US" sz="48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/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1E444F7-4442-3676-7200-2BB08C3D3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8727" y="726870"/>
            <a:ext cx="5619878" cy="50366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Microsoft Tai Le"/>
                <a:cs typeface="Microsoft Tai Le"/>
              </a:rPr>
              <a:t>Project name: Predicting Strong Growth in UK Car Registrations Using </a:t>
            </a:r>
            <a:r>
              <a:rPr lang="en-US" sz="2200" dirty="0" err="1">
                <a:latin typeface="Microsoft Tai Le"/>
                <a:cs typeface="Microsoft Tai Le"/>
              </a:rPr>
              <a:t>DfT</a:t>
            </a:r>
            <a:r>
              <a:rPr lang="en-US" sz="2200" dirty="0">
                <a:latin typeface="Microsoft Tai Le"/>
                <a:cs typeface="Microsoft Tai Le"/>
              </a:rPr>
              <a:t> VEH0160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>
              <a:latin typeface="Microsoft Tai Le"/>
              <a:cs typeface="Microsoft Tai Le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>
              <a:latin typeface="Microsoft Tai Le"/>
              <a:cs typeface="Microsoft Tai Le"/>
            </a:endParaRP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200">
                <a:latin typeface="Microsoft Tai Le"/>
                <a:cs typeface="Microsoft Tai Le"/>
              </a:rPr>
              <a:t>GitHub link:</a:t>
            </a:r>
            <a:endParaRPr lang="en-US" sz="2200" dirty="0">
              <a:latin typeface="Microsoft Tai Le"/>
              <a:cs typeface="Microsoft Tai Le"/>
            </a:endParaRP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Microsoft Tai Le"/>
                <a:cs typeface="Microsoft Tai Le"/>
                <a:hlinkClick r:id="rId2"/>
              </a:rPr>
              <a:t>https://github.com/SunkeAnandasai3784/SMMT-2025-UK-Car-Sales-Analysis</a:t>
            </a:r>
            <a:endParaRPr lang="en-US" sz="2200" dirty="0">
              <a:latin typeface="Microsoft Tai Le"/>
              <a:cs typeface="Microsoft Tai Le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br>
              <a:rPr lang="en-US" sz="2200" dirty="0">
                <a:latin typeface="Microsoft Tai Le"/>
                <a:cs typeface="Microsoft Tai Le"/>
              </a:rPr>
            </a:br>
            <a:r>
              <a:rPr lang="en-US" sz="2200" dirty="0">
                <a:latin typeface="Microsoft Tai Le"/>
                <a:cs typeface="Microsoft Tai Le"/>
              </a:rPr>
              <a:t>Student :</a:t>
            </a:r>
            <a:r>
              <a:rPr lang="en-US" sz="2200" dirty="0" err="1">
                <a:latin typeface="Microsoft Tai Le"/>
                <a:cs typeface="Microsoft Tai Le"/>
              </a:rPr>
              <a:t>Anandasai</a:t>
            </a:r>
            <a:r>
              <a:rPr lang="en-US" sz="2200" dirty="0">
                <a:latin typeface="Microsoft Tai Le"/>
                <a:cs typeface="Microsoft Tai Le"/>
              </a:rPr>
              <a:t> Sunke</a:t>
            </a:r>
            <a:br>
              <a:rPr lang="en-US" sz="2200" dirty="0">
                <a:latin typeface="Microsoft Tai Le"/>
                <a:cs typeface="Microsoft Tai Le"/>
              </a:rPr>
            </a:br>
            <a:r>
              <a:rPr lang="en-US" sz="2200" dirty="0">
                <a:latin typeface="Microsoft Tai Le"/>
                <a:cs typeface="Microsoft Tai Le"/>
              </a:rPr>
              <a:t>ID:24057259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E428886-B68D-B9FA-D2A6-28B155BAE8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7D997BC-EDA0-407A-A559-68F2F13C4E3B}" type="datetime1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3/22/2026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2C8A964-CD96-A619-2AF5-3A8A27F9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EF8DBAB-A83B-5F6E-553F-4F41AEAA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AFFDE95-2500-D60E-93F1-BB8629CAC1A2}"/>
              </a:ext>
            </a:extLst>
          </p:cNvPr>
          <p:cNvSpPr txBox="1"/>
          <p:nvPr/>
        </p:nvSpPr>
        <p:spPr>
          <a:xfrm>
            <a:off x="697424" y="374954"/>
            <a:ext cx="6242512" cy="589012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>
                <a:latin typeface="Microsoft Tai Le"/>
                <a:cs typeface="Microsoft Tai Le"/>
              </a:rPr>
              <a:t>Title:</a:t>
            </a:r>
            <a:br>
              <a:rPr lang="en-US" sz="1400" dirty="0">
                <a:latin typeface="Microsoft Tai Le"/>
                <a:cs typeface="Microsoft Tai Le"/>
              </a:rPr>
            </a:br>
            <a:r>
              <a:rPr lang="en-US" sz="1400" b="1">
                <a:latin typeface="Microsoft Tai Le"/>
                <a:cs typeface="Microsoft Tai Le"/>
              </a:rPr>
              <a:t>Introduction &amp; Project Overview</a:t>
            </a:r>
            <a:endParaRPr lang="en-US" sz="1400" b="1" dirty="0">
              <a:latin typeface="Microsoft Tai Le"/>
              <a:cs typeface="Microsoft Tai Le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>
              <a:latin typeface="Microsoft Tai Le"/>
              <a:cs typeface="Microsoft Tai Le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u="sng">
                <a:latin typeface="Microsoft Tai Le"/>
                <a:cs typeface="Microsoft Tai Le"/>
              </a:rPr>
              <a:t>What I am doing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Using the </a:t>
            </a:r>
            <a:r>
              <a:rPr lang="en-US" sz="1200" dirty="0" err="1">
                <a:latin typeface="Microsoft Tai Le"/>
                <a:cs typeface="Microsoft Tai Le"/>
              </a:rPr>
              <a:t>DfT</a:t>
            </a:r>
            <a:r>
              <a:rPr lang="en-US" sz="1200" dirty="0">
                <a:latin typeface="Microsoft Tai Le"/>
                <a:cs typeface="Microsoft Tai Le"/>
              </a:rPr>
              <a:t> df_VEH0160_UK Cars dataset to detect quarters where each manufacturer experiences strong positive growth in new registrations.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Designing a realistic binary target and training a tuned Random Forest model using lagged registrations and moving‑average features.​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u="sng">
                <a:latin typeface="Microsoft Tai Le"/>
                <a:cs typeface="Microsoft Tai Le"/>
              </a:rPr>
              <a:t>Why I am doing it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To help manufacturers and analysts understand where demand for a brand is accelerating, not just the absolute level of registrations.​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To practice a full end‑to‑end ML pipeline on an official UK government dataset: EDA, feature engineering, model training and evaluation.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Importance to companies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Strong‑growth flags can support decisions on production planning, stock allocation and marketing focus.​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Gives a forward‑looking, data‑driven signal instead of relying only on past totals.​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u="sng">
                <a:latin typeface="Microsoft Tai Le"/>
                <a:cs typeface="Microsoft Tai Le"/>
              </a:rPr>
              <a:t>Overview of methods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Steps: reshape df_VEH0160_UK into a Make–quarter panel, engineer lag and moving‑average features, define a strong‑growth label, and train/validate/test a Random Forest classifier.​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Use EDA heat maps, learning curves and ROC curves to understand data structure and model </a:t>
            </a:r>
            <a:r>
              <a:rPr lang="en-US" sz="1200" dirty="0" err="1">
                <a:latin typeface="Microsoft Tai Le"/>
                <a:cs typeface="Microsoft Tai Le"/>
              </a:rPr>
              <a:t>behaviour</a:t>
            </a:r>
            <a:r>
              <a:rPr lang="en-US" sz="1200" dirty="0">
                <a:latin typeface="Microsoft Tai Le"/>
                <a:cs typeface="Microsoft Tai Le"/>
              </a:rPr>
              <a:t>.​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dirty="0">
              <a:latin typeface="Microsoft Tai Le"/>
              <a:cs typeface="Microsoft Tai Le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92EFB-1853-26FE-01D6-134F6C911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3A3E5AD-1F47-458A-984F-CB723E378714}" type="datetime1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3/22/2026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pic>
        <p:nvPicPr>
          <p:cNvPr id="23" name="Picture 22" descr="Cars parked in a line">
            <a:extLst>
              <a:ext uri="{FF2B5EF4-FFF2-40B4-BE49-F238E27FC236}">
                <a16:creationId xmlns:a16="http://schemas.microsoft.com/office/drawing/2014/main" id="{CC6C594F-67C6-D679-69E2-9A629FA715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67" r="950" b="6"/>
          <a:stretch>
            <a:fillRect/>
          </a:stretch>
        </p:blipFill>
        <p:spPr>
          <a:xfrm>
            <a:off x="7368720" y="25841"/>
            <a:ext cx="4823280" cy="683215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5433A-6F7D-D651-5883-002C9F17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50" y="6356350"/>
            <a:ext cx="32543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7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BBE73-B197-D0BD-21F8-B701742A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DFDE724-0293-4953-AE9D-4D814FA589B0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03517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CA51C4-A655-4680-BCA9-1778D922F1F1}"/>
              </a:ext>
            </a:extLst>
          </p:cNvPr>
          <p:cNvSpPr txBox="1"/>
          <p:nvPr/>
        </p:nvSpPr>
        <p:spPr>
          <a:xfrm>
            <a:off x="1451542" y="883471"/>
            <a:ext cx="10515600" cy="435133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400" dirty="0">
                <a:latin typeface="Microsoft Tai Le"/>
                <a:cs typeface="Microsoft Tai Le"/>
              </a:rPr>
            </a:br>
            <a:r>
              <a:rPr lang="en-US" sz="1400" b="1">
                <a:latin typeface="Microsoft Tai Le"/>
                <a:cs typeface="Microsoft Tai Le"/>
              </a:rPr>
              <a:t>Dataset &amp; Ethical Considerations</a:t>
            </a:r>
            <a:endParaRPr lang="en-US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>
              <a:latin typeface="Microsoft Tai Le"/>
              <a:cs typeface="Microsoft Tai Le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u="sng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u="sng" dirty="0" err="1">
                <a:latin typeface="Microsoft Tai Le"/>
                <a:cs typeface="Microsoft Tai Le"/>
              </a:rPr>
              <a:t>DfT</a:t>
            </a:r>
            <a:r>
              <a:rPr lang="en-US" sz="1200" b="1" u="sng" dirty="0">
                <a:latin typeface="Microsoft Tai Le"/>
                <a:cs typeface="Microsoft Tai Le"/>
              </a:rPr>
              <a:t> df_VEH0160_UK (main dataset)</a:t>
            </a:r>
            <a:br>
              <a:rPr lang="en-US" sz="1200" b="1" u="sng" dirty="0">
                <a:latin typeface="Microsoft Tai Le"/>
                <a:cs typeface="Microsoft Tai Le"/>
              </a:rPr>
            </a:br>
            <a:endParaRPr lang="en-US" sz="1200" b="1" u="sng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Type: </a:t>
            </a:r>
            <a:r>
              <a:rPr lang="en-US" sz="1200" b="1">
                <a:latin typeface="Microsoft Tai Le"/>
                <a:cs typeface="Microsoft Tai Le"/>
              </a:rPr>
              <a:t>CSV table </a:t>
            </a:r>
            <a:r>
              <a:rPr lang="en-US" sz="1200">
                <a:latin typeface="Microsoft Tai Le"/>
                <a:cs typeface="Microsoft Tai Le"/>
              </a:rPr>
              <a:t>‘Vehicles registered for the first time by body type, make, generic model and model: United Kingdom’, with one column per quarter.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 dirty="0">
                <a:latin typeface="Microsoft Tai Le"/>
                <a:cs typeface="Microsoft Tai Le"/>
              </a:rPr>
              <a:t>Scope used: </a:t>
            </a:r>
            <a:r>
              <a:rPr lang="en-US" sz="1200" dirty="0">
                <a:latin typeface="Microsoft Tai Le"/>
                <a:cs typeface="Microsoft Tai Le"/>
              </a:rPr>
              <a:t>filtered to </a:t>
            </a:r>
            <a:r>
              <a:rPr lang="en-US" sz="1200" dirty="0" err="1">
                <a:latin typeface="Microsoft Tai Le"/>
                <a:cs typeface="Microsoft Tai Le"/>
              </a:rPr>
              <a:t>BodyType</a:t>
            </a:r>
            <a:r>
              <a:rPr lang="en-US" sz="1200" dirty="0">
                <a:latin typeface="Microsoft Tai Le"/>
                <a:cs typeface="Microsoft Tai Le"/>
              </a:rPr>
              <a:t> = “Cars”, then melted to a Make–Quarter long format and aggregated to a Make–Date panel. Final panel after feature engineering: 4,211 Make–quarter observations.​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Time span: </a:t>
            </a:r>
            <a:r>
              <a:rPr lang="en-US" sz="1200">
                <a:latin typeface="Microsoft Tai Le"/>
                <a:cs typeface="Microsoft Tai Le"/>
              </a:rPr>
              <a:t>approximately 2014 Q3 to 2025 Q3.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What this data is:</a:t>
            </a:r>
            <a:r>
              <a:rPr lang="en-US" sz="1200">
                <a:latin typeface="Microsoft Tai Le"/>
                <a:cs typeface="Microsoft Tai Le"/>
              </a:rPr>
              <a:t> counts of new car registrations per Make and quarter, used to detect strong year‑on‑year growth periods.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Using data in training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Input features:</a:t>
            </a:r>
            <a:r>
              <a:rPr lang="en-US" sz="1200">
                <a:latin typeface="Microsoft Tai Le"/>
                <a:cs typeface="Microsoft Tai Le"/>
              </a:rPr>
              <a:t> Registered_lag1, Registered_lag2, Registered_lag4 (1, 2 and 4‑quarter lags) and MA3 (3‑quarter moving average).​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 dirty="0">
                <a:latin typeface="Microsoft Tai Le"/>
                <a:cs typeface="Microsoft Tai Le"/>
              </a:rPr>
              <a:t>Binary target:</a:t>
            </a:r>
            <a:r>
              <a:rPr lang="en-US" sz="1200" dirty="0">
                <a:latin typeface="Microsoft Tai Le"/>
                <a:cs typeface="Microsoft Tai Le"/>
              </a:rPr>
              <a:t> Target = 1 if </a:t>
            </a:r>
            <a:r>
              <a:rPr lang="en-US" sz="1200" dirty="0" err="1">
                <a:latin typeface="Microsoft Tai Le"/>
                <a:cs typeface="Microsoft Tai Le"/>
              </a:rPr>
              <a:t>growth_rate</a:t>
            </a:r>
            <a:r>
              <a:rPr lang="en-US" sz="1200" dirty="0">
                <a:latin typeface="Microsoft Tai Le"/>
                <a:cs typeface="Microsoft Tai Le"/>
              </a:rPr>
              <a:t> = </a:t>
            </a:r>
            <a:r>
              <a:rPr lang="en-US" sz="1200" dirty="0" err="1">
                <a:latin typeface="Microsoft Tai Le"/>
                <a:cs typeface="Microsoft Tai Le"/>
              </a:rPr>
              <a:t>YoY_Growth</a:t>
            </a:r>
            <a:r>
              <a:rPr lang="en-US" sz="1200" dirty="0">
                <a:latin typeface="Microsoft Tai Le"/>
                <a:cs typeface="Microsoft Tai Le"/>
              </a:rPr>
              <a:t> / |Registered_lag4| &gt; 10%; Target = 0 otherwise. 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Ethical implications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Data is aggregated by manufacturer and quarter with no personal identifiers, so there are minimal privacy risks.​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Predictions should be interpreted as analytical support for planning, not as financial advice or precise sales forecasts.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33529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5E0D9C50-25A7-EC74-27CC-BBFB7AB97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25" y="818914"/>
            <a:ext cx="2488580" cy="2214835"/>
          </a:xfrm>
          <a:prstGeom prst="rect">
            <a:avLst/>
          </a:prstGeom>
        </p:spPr>
      </p:pic>
      <p:pic>
        <p:nvPicPr>
          <p:cNvPr id="4" name="Picture 3" descr="A red and blue chart&#10;&#10;AI-generated content may be incorrect.">
            <a:extLst>
              <a:ext uri="{FF2B5EF4-FFF2-40B4-BE49-F238E27FC236}">
                <a16:creationId xmlns:a16="http://schemas.microsoft.com/office/drawing/2014/main" id="{E78FD34D-5F89-B3DB-2D80-C93CD3003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740" y="3579839"/>
            <a:ext cx="3022697" cy="2644860"/>
          </a:xfrm>
          <a:prstGeom prst="rect">
            <a:avLst/>
          </a:prstGeom>
        </p:spPr>
      </p:pic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FFD7E-E2E0-A640-AE65-1780A3D6C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278" y="856951"/>
            <a:ext cx="2488580" cy="21775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5DC90F-797C-DCE2-08B2-8C9C96186307}"/>
              </a:ext>
            </a:extLst>
          </p:cNvPr>
          <p:cNvSpPr txBox="1"/>
          <p:nvPr/>
        </p:nvSpPr>
        <p:spPr>
          <a:xfrm>
            <a:off x="6618612" y="820477"/>
            <a:ext cx="4704856" cy="47186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400" b="1" dirty="0">
                <a:latin typeface="Microsoft Tai Le"/>
                <a:cs typeface="Microsoft Tai Le"/>
              </a:rPr>
            </a:br>
            <a:r>
              <a:rPr lang="en-US" sz="1400" b="1">
                <a:latin typeface="Microsoft Tai Le"/>
                <a:cs typeface="Microsoft Tai Le"/>
              </a:rPr>
              <a:t>EDA: Class Balance &amp; Heat Maps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Binary target distribution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Target = 1 (strong growth &gt;10% YoY) in about 32.5% of panel rows; Target = 0 (no/weak growth) in about 67.5%, giving a moderately imbalanced dataset.​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Class balance bar chart confirms enough examples in both classes for training and evaluation.​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Heat map:</a:t>
            </a:r>
            <a:r>
              <a:rPr lang="en-US" sz="1200">
                <a:latin typeface="Microsoft Tai Le"/>
                <a:cs typeface="Microsoft Tai Le"/>
              </a:rPr>
              <a:t> inputs + Target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Correlation heat map of Registered_lag1, Registered_lag2, Registered_lag4, MA3 and Target shows very strong positive correlations among the lags and MA3 (0.94–0.99), but only weak negative correlations around −0.07 to −0.12 with Target.​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This indicates that the strong‑growth label is not directly determined by any single lag feature, which explains why ROC‑AUC is ≈0.78 and not 1.0.​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Heat map:</a:t>
            </a:r>
            <a:r>
              <a:rPr lang="en-US" sz="1200">
                <a:latin typeface="Microsoft Tai Le"/>
                <a:cs typeface="Microsoft Tai Le"/>
              </a:rPr>
              <a:t> inputs only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Second heat map (features only) highlights multicollinearity: registrations in neighboring quarters and the moving average move almost together.​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This supports using Random Forest, which can handle correlated inputs better than ordinary least squares or simple logistic regression.​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What I am doing in EDA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Using EDA to check that the target is non‑trivial, to identify which features are informative, and to make sure there is no obvious label leakage (e.g., re‑using </a:t>
            </a:r>
            <a:r>
              <a:rPr lang="en-US" sz="1200" dirty="0" err="1">
                <a:latin typeface="Microsoft Tai Le"/>
                <a:cs typeface="Microsoft Tai Le"/>
              </a:rPr>
              <a:t>YoY_Growth</a:t>
            </a:r>
            <a:r>
              <a:rPr lang="en-US" sz="1200" dirty="0">
                <a:latin typeface="Microsoft Tai Le"/>
                <a:cs typeface="Microsoft Tai Le"/>
              </a:rPr>
              <a:t> directly as an input).​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500"/>
          </a:p>
        </p:txBody>
      </p:sp>
    </p:spTree>
    <p:extLst>
      <p:ext uri="{BB962C8B-B14F-4D97-AF65-F5344CB8AC3E}">
        <p14:creationId xmlns:p14="http://schemas.microsoft.com/office/powerpoint/2010/main" val="2387699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23047F-156C-8A64-BB81-8FF616239AA5}"/>
              </a:ext>
            </a:extLst>
          </p:cNvPr>
          <p:cNvSpPr txBox="1"/>
          <p:nvPr/>
        </p:nvSpPr>
        <p:spPr>
          <a:xfrm>
            <a:off x="842865" y="2706502"/>
            <a:ext cx="10143482" cy="34356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100" dirty="0"/>
            </a:br>
            <a:r>
              <a:rPr lang="en-US" sz="1200" b="1">
                <a:latin typeface="Microsoft Tai Le"/>
                <a:cs typeface="Microsoft Tai Le"/>
              </a:rPr>
              <a:t>Pre‑processing &amp; Train–Test Strategy</a:t>
            </a:r>
            <a:endParaRPr lang="en-US" sz="1200">
              <a:latin typeface="Microsoft Tai Le"/>
              <a:cs typeface="Microsoft Tai Le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Time‑series pre‑processing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Filtered df_VEH0160_UK to Cars, melted quarterly columns into long format, parsed ‘Year’ and ‘</a:t>
            </a:r>
            <a:r>
              <a:rPr lang="en-US" sz="1200" dirty="0" err="1">
                <a:latin typeface="Microsoft Tai Le"/>
                <a:cs typeface="Microsoft Tai Le"/>
              </a:rPr>
              <a:t>QuarterNo</a:t>
            </a:r>
            <a:r>
              <a:rPr lang="en-US" sz="1200" dirty="0">
                <a:latin typeface="Microsoft Tai Le"/>
                <a:cs typeface="Microsoft Tai Le"/>
              </a:rPr>
              <a:t>’ and created a Date at the end of each quarter.​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Aggregated registrations at Make–Date level and sorted by Make and Date to create a panel suitable for lag features.​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Feature engineering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Computed Registered_lag1, Registered_lag2 and Registered_lag4 using within‑Make shifts, plus MA3 as a 3‑quarter moving average.​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Calculated </a:t>
            </a:r>
            <a:r>
              <a:rPr lang="en-US" sz="1200" dirty="0" err="1">
                <a:latin typeface="Microsoft Tai Le"/>
                <a:cs typeface="Microsoft Tai Le"/>
              </a:rPr>
              <a:t>YoY_Growth</a:t>
            </a:r>
            <a:r>
              <a:rPr lang="en-US" sz="1200" dirty="0">
                <a:latin typeface="Microsoft Tai Le"/>
                <a:cs typeface="Microsoft Tai Le"/>
              </a:rPr>
              <a:t> and </a:t>
            </a:r>
            <a:r>
              <a:rPr lang="en-US" sz="1200" dirty="0" err="1">
                <a:latin typeface="Microsoft Tai Le"/>
                <a:cs typeface="Microsoft Tai Le"/>
              </a:rPr>
              <a:t>growth_rate</a:t>
            </a:r>
            <a:r>
              <a:rPr lang="en-US" sz="1200" dirty="0">
                <a:latin typeface="Microsoft Tai Le"/>
                <a:cs typeface="Microsoft Tai Le"/>
              </a:rPr>
              <a:t>, then defined the strong‑growth Target using a &gt;10% threshold.​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 u="sng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Train–validation–test split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Cleaned infinities and missing values, then performed a stratified split into 56.25% train, 18.75% validation and 25% test on the engineered panel.​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Used validation set for baseline vs tuned model comparison, and kept the test set completely held out for final evaluation.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3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125A5-768B-81DE-397A-9474DB03466C}"/>
              </a:ext>
            </a:extLst>
          </p:cNvPr>
          <p:cNvSpPr txBox="1"/>
          <p:nvPr/>
        </p:nvSpPr>
        <p:spPr>
          <a:xfrm>
            <a:off x="1083077" y="952713"/>
            <a:ext cx="8276978" cy="512065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200" dirty="0">
                <a:latin typeface="Microsoft Tai Le"/>
                <a:cs typeface="Microsoft Tai Le"/>
              </a:rPr>
            </a:br>
            <a:r>
              <a:rPr lang="en-US" sz="1400" b="1">
                <a:latin typeface="Microsoft Tai Le"/>
                <a:cs typeface="Microsoft Tai Le"/>
              </a:rPr>
              <a:t>Model: Random Forest Classifier</a:t>
            </a:r>
            <a:endParaRPr lang="en-US" sz="1400" b="1" dirty="0">
              <a:latin typeface="Microsoft Tai Le"/>
              <a:cs typeface="Microsoft Tai Le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Goal and inputs</a:t>
            </a:r>
            <a:endParaRPr lang="en-US" sz="1200" dirty="0">
              <a:latin typeface="Microsoft Tai Le"/>
              <a:cs typeface="Microsoft Tai Le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Goal: </a:t>
            </a:r>
            <a:r>
              <a:rPr lang="en-US" sz="1200">
                <a:latin typeface="Microsoft Tai Le"/>
                <a:cs typeface="Microsoft Tai Le"/>
              </a:rPr>
              <a:t>predict whether a Make–quarter is a strong‑growth quarter (Target = 1) using lagged registrations and MA3 as input features.​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Inputs: </a:t>
            </a:r>
            <a:r>
              <a:rPr lang="en-US" sz="1200">
                <a:latin typeface="Microsoft Tai Le"/>
                <a:cs typeface="Microsoft Tai Le"/>
              </a:rPr>
              <a:t>Registered_lag1, Registered_lag2, Registered_lag4 and MA3; Output: Target ∈ {0,1}.​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Model basics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 dirty="0">
                <a:latin typeface="Microsoft Tai Le"/>
                <a:cs typeface="Microsoft Tai Le"/>
              </a:rPr>
              <a:t>Chosen model:</a:t>
            </a:r>
            <a:r>
              <a:rPr lang="en-US" sz="1200" dirty="0">
                <a:latin typeface="Microsoft Tai Le"/>
                <a:cs typeface="Microsoft Tai Le"/>
              </a:rPr>
              <a:t> </a:t>
            </a:r>
            <a:r>
              <a:rPr lang="en-US" sz="1200" dirty="0" err="1">
                <a:latin typeface="Microsoft Tai Le"/>
                <a:cs typeface="Microsoft Tai Le"/>
              </a:rPr>
              <a:t>RandomForestClassifier</a:t>
            </a:r>
            <a:r>
              <a:rPr lang="en-US" sz="1200" dirty="0">
                <a:latin typeface="Microsoft Tai Le"/>
                <a:cs typeface="Microsoft Tai Le"/>
              </a:rPr>
              <a:t>, an ensemble of many shallow decision trees trained on bootstrap samples of the data.​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Each tree votes for class 0 or 1; the forest averages these votes, giving robust predictions and built‑in non‑linearity.​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Baseline implementation (code snippet)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i="1" dirty="0" err="1">
                <a:latin typeface="Microsoft Tai Le"/>
                <a:cs typeface="Microsoft Tai Le"/>
              </a:rPr>
              <a:t>rf_base</a:t>
            </a:r>
            <a:r>
              <a:rPr lang="en-US" sz="1200" i="1" dirty="0">
                <a:latin typeface="Microsoft Tai Le"/>
                <a:cs typeface="Microsoft Tai Le"/>
              </a:rPr>
              <a:t> = </a:t>
            </a:r>
            <a:r>
              <a:rPr lang="en-US" sz="1200" i="1" dirty="0" err="1">
                <a:latin typeface="Microsoft Tai Le"/>
                <a:cs typeface="Microsoft Tai Le"/>
              </a:rPr>
              <a:t>RandomForestClassifier</a:t>
            </a:r>
            <a:r>
              <a:rPr lang="en-US" sz="1200" i="1" dirty="0">
                <a:latin typeface="Microsoft Tai Le"/>
                <a:cs typeface="Microsoft Tai Le"/>
              </a:rPr>
              <a:t>(</a:t>
            </a:r>
            <a:r>
              <a:rPr lang="en-US" sz="1200" i="1" dirty="0" err="1">
                <a:latin typeface="Microsoft Tai Le"/>
                <a:cs typeface="Microsoft Tai Le"/>
              </a:rPr>
              <a:t>n_estimators</a:t>
            </a:r>
            <a:r>
              <a:rPr lang="en-US" sz="1200" i="1" dirty="0">
                <a:latin typeface="Microsoft Tai Le"/>
                <a:cs typeface="Microsoft Tai Le"/>
              </a:rPr>
              <a:t>=50, </a:t>
            </a:r>
            <a:r>
              <a:rPr lang="en-US" sz="1200" i="1" dirty="0" err="1">
                <a:latin typeface="Microsoft Tai Le"/>
                <a:cs typeface="Microsoft Tai Le"/>
              </a:rPr>
              <a:t>max_depth</a:t>
            </a:r>
            <a:r>
              <a:rPr lang="en-US" sz="1200" i="1" dirty="0">
                <a:latin typeface="Microsoft Tai Le"/>
                <a:cs typeface="Microsoft Tai Le"/>
              </a:rPr>
              <a:t>=4, </a:t>
            </a:r>
            <a:r>
              <a:rPr lang="en-US" sz="1200" i="1" dirty="0" err="1">
                <a:latin typeface="Microsoft Tai Le"/>
                <a:cs typeface="Microsoft Tai Le"/>
              </a:rPr>
              <a:t>min_samples_leaf</a:t>
            </a:r>
            <a:r>
              <a:rPr lang="en-US" sz="1200" i="1" dirty="0">
                <a:latin typeface="Microsoft Tai Le"/>
                <a:cs typeface="Microsoft Tai Le"/>
              </a:rPr>
              <a:t>=5, </a:t>
            </a:r>
            <a:r>
              <a:rPr lang="en-US" sz="1200" i="1" dirty="0" err="1">
                <a:latin typeface="Microsoft Tai Le"/>
                <a:cs typeface="Microsoft Tai Le"/>
              </a:rPr>
              <a:t>random_state</a:t>
            </a:r>
            <a:r>
              <a:rPr lang="en-US" sz="1200" i="1" dirty="0">
                <a:latin typeface="Microsoft Tai Le"/>
                <a:cs typeface="Microsoft Tai Le"/>
              </a:rPr>
              <a:t>=42, </a:t>
            </a:r>
            <a:r>
              <a:rPr lang="en-US" sz="1200" i="1" dirty="0" err="1">
                <a:latin typeface="Microsoft Tai Le"/>
                <a:cs typeface="Microsoft Tai Le"/>
              </a:rPr>
              <a:t>class_weight</a:t>
            </a:r>
            <a:r>
              <a:rPr lang="en-US" sz="1200" i="1" dirty="0">
                <a:latin typeface="Microsoft Tai Le"/>
                <a:cs typeface="Microsoft Tai Le"/>
              </a:rPr>
              <a:t>="balanced")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i="1" dirty="0" err="1">
                <a:latin typeface="Microsoft Tai Le"/>
                <a:cs typeface="Microsoft Tai Le"/>
              </a:rPr>
              <a:t>rf_base.fit</a:t>
            </a:r>
            <a:r>
              <a:rPr lang="en-US" sz="1200" i="1" dirty="0">
                <a:latin typeface="Microsoft Tai Le"/>
                <a:cs typeface="Microsoft Tai Le"/>
              </a:rPr>
              <a:t>(</a:t>
            </a:r>
            <a:r>
              <a:rPr lang="en-US" sz="1200" i="1" dirty="0" err="1">
                <a:latin typeface="Microsoft Tai Le"/>
                <a:cs typeface="Microsoft Tai Le"/>
              </a:rPr>
              <a:t>X_train</a:t>
            </a:r>
            <a:r>
              <a:rPr lang="en-US" sz="1200" i="1" dirty="0">
                <a:latin typeface="Microsoft Tai Le"/>
                <a:cs typeface="Microsoft Tai Le"/>
              </a:rPr>
              <a:t>, </a:t>
            </a:r>
            <a:r>
              <a:rPr lang="en-US" sz="1200" i="1" dirty="0" err="1">
                <a:latin typeface="Microsoft Tai Le"/>
                <a:cs typeface="Microsoft Tai Le"/>
              </a:rPr>
              <a:t>y_train</a:t>
            </a:r>
            <a:r>
              <a:rPr lang="en-US" sz="1200" i="1" dirty="0">
                <a:latin typeface="Microsoft Tai Le"/>
                <a:cs typeface="Microsoft Tai Le"/>
              </a:rPr>
              <a:t>)​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Why this model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RF naturally handles correlated numeric inputs, provides feature importance, and is easier to tune and explain than more complex deep‑learning models for this structured data.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609446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A6BAC-CD65-8485-5CC4-F7B8CE818177}"/>
              </a:ext>
            </a:extLst>
          </p:cNvPr>
          <p:cNvSpPr txBox="1"/>
          <p:nvPr/>
        </p:nvSpPr>
        <p:spPr>
          <a:xfrm>
            <a:off x="1110143" y="486473"/>
            <a:ext cx="5009183" cy="56619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latin typeface="Microsoft Tai Le"/>
                <a:cs typeface="Microsoft Tai Le"/>
              </a:rPr>
              <a:t>Baseline RF: Metrics, Confusion &amp; Curves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Overall performance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Baseline RF achieves ROC‑AUC ≈ 0.815 on train and ≈ 0.764 on validation, with validation accuracy ≈ 57.8%.​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The gap between train and validation AUC shows moderate overfitting but still good </a:t>
            </a:r>
            <a:r>
              <a:rPr lang="en-US" sz="1200" dirty="0" err="1">
                <a:latin typeface="Microsoft Tai Le"/>
                <a:cs typeface="Microsoft Tai Le"/>
              </a:rPr>
              <a:t>generalisation</a:t>
            </a:r>
            <a:r>
              <a:rPr lang="en-US" sz="1200" dirty="0">
                <a:latin typeface="Microsoft Tai Le"/>
                <a:cs typeface="Microsoft Tai Le"/>
              </a:rPr>
              <a:t>.​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Confusion matrix </a:t>
            </a:r>
            <a:r>
              <a:rPr lang="en-US" sz="1200" dirty="0" err="1">
                <a:latin typeface="Microsoft Tai Le"/>
                <a:cs typeface="Microsoft Tai Le"/>
              </a:rPr>
              <a:t>behaviour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For the growth class (1), recall is very high (≈0.918) but precision is lower (≈0.431), meaning the baseline model catches most strong‑growth quarters but allows many false positives.​​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For class 0, precision ≈0.913 and recall ≈0.415, which reflects the trade‑off between missing growth and raising false alarms.​​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Feature importance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Baseline feature importance ranks MA3 highest, followed by Registered_lag4, then Registered_lag2 and Registered_lag1.​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This aligns with the idea that both long‑term and recent registration levels are key indicators for strong growth.​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Learning curve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Learning curve shows train ROC‑AUC starting around 0.87 for small training sizes and converging toward 0.80, while validation ROC‑AUC stays around 0.75–0.76.​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This shape suggests the model benefits from more data but cannot reach perfect separation, which is realistic for noisy market data.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32BCF6-02FE-A189-42DE-0B025BB28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799" y="3433007"/>
            <a:ext cx="4145297" cy="2723240"/>
          </a:xfrm>
          <a:prstGeom prst="rect">
            <a:avLst/>
          </a:prstGeom>
        </p:spPr>
      </p:pic>
      <p:pic>
        <p:nvPicPr>
          <p:cNvPr id="6" name="Picture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905DB135-A82A-2F59-4178-6887273A9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508" y="192833"/>
            <a:ext cx="3702698" cy="305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21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6AF4B-F40A-7BC4-4100-2B78D8B56E9C}"/>
              </a:ext>
            </a:extLst>
          </p:cNvPr>
          <p:cNvSpPr txBox="1"/>
          <p:nvPr/>
        </p:nvSpPr>
        <p:spPr>
          <a:xfrm>
            <a:off x="977960" y="191003"/>
            <a:ext cx="5141366" cy="595737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>
                <a:latin typeface="Microsoft Tai Le"/>
                <a:cs typeface="Microsoft Tai Le"/>
              </a:rPr>
              <a:t>Hyper‑parameter Tuning: Random Forest</a:t>
            </a:r>
            <a:endParaRPr lang="en-US" sz="1200" b="1" dirty="0">
              <a:latin typeface="Microsoft Tai Le"/>
              <a:cs typeface="Microsoft Tai Le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u="sng">
                <a:latin typeface="Microsoft Tai Le"/>
                <a:cs typeface="Microsoft Tai Le"/>
              </a:rPr>
              <a:t>Where and how tuning was applied</a:t>
            </a:r>
            <a:br>
              <a:rPr lang="en-US" sz="1200" b="1" u="sng" dirty="0">
                <a:latin typeface="Microsoft Tai Le"/>
                <a:cs typeface="Microsoft Tai Le"/>
              </a:rPr>
            </a:br>
            <a:endParaRPr lang="en-US" sz="1200" b="1" u="sng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Used </a:t>
            </a:r>
            <a:r>
              <a:rPr lang="en-US" sz="1200" dirty="0" err="1">
                <a:latin typeface="Microsoft Tai Le"/>
                <a:cs typeface="Microsoft Tai Le"/>
              </a:rPr>
              <a:t>GridSearchCV</a:t>
            </a:r>
            <a:r>
              <a:rPr lang="en-US" sz="1200" dirty="0">
                <a:latin typeface="Microsoft Tai Le"/>
                <a:cs typeface="Microsoft Tai Le"/>
              </a:rPr>
              <a:t> with 5‑fold cross‑validation on the training set, using ROC‑AUC as the scoring metric.​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 dirty="0">
                <a:latin typeface="Microsoft Tai Le"/>
                <a:cs typeface="Microsoft Tai Le"/>
              </a:rPr>
              <a:t>Search grid: </a:t>
            </a:r>
            <a:r>
              <a:rPr lang="en-US" sz="1200" dirty="0" err="1">
                <a:latin typeface="Microsoft Tai Le"/>
                <a:cs typeface="Microsoft Tai Le"/>
              </a:rPr>
              <a:t>n_estimators</a:t>
            </a:r>
            <a:r>
              <a:rPr lang="en-US" sz="1200" dirty="0">
                <a:latin typeface="Microsoft Tai Le"/>
                <a:cs typeface="Microsoft Tai Le"/>
              </a:rPr>
              <a:t> ∈ {30, 60}, </a:t>
            </a:r>
            <a:r>
              <a:rPr lang="en-US" sz="1200" dirty="0" err="1">
                <a:latin typeface="Microsoft Tai Le"/>
                <a:cs typeface="Microsoft Tai Le"/>
              </a:rPr>
              <a:t>max_depth</a:t>
            </a:r>
            <a:r>
              <a:rPr lang="en-US" sz="1200" dirty="0">
                <a:latin typeface="Microsoft Tai Le"/>
                <a:cs typeface="Microsoft Tai Le"/>
              </a:rPr>
              <a:t> ∈ {3, 4, 5}, </a:t>
            </a:r>
            <a:r>
              <a:rPr lang="en-US" sz="1200" dirty="0" err="1">
                <a:latin typeface="Microsoft Tai Le"/>
                <a:cs typeface="Microsoft Tai Le"/>
              </a:rPr>
              <a:t>min_samples_split</a:t>
            </a:r>
            <a:r>
              <a:rPr lang="en-US" sz="1200" dirty="0">
                <a:latin typeface="Microsoft Tai Le"/>
                <a:cs typeface="Microsoft Tai Le"/>
              </a:rPr>
              <a:t> ∈ {4, 6}, </a:t>
            </a:r>
            <a:r>
              <a:rPr lang="en-US" sz="1200" dirty="0" err="1">
                <a:latin typeface="Microsoft Tai Le"/>
                <a:cs typeface="Microsoft Tai Le"/>
              </a:rPr>
              <a:t>min_samples_leaf</a:t>
            </a:r>
            <a:r>
              <a:rPr lang="en-US" sz="1200" dirty="0">
                <a:latin typeface="Microsoft Tai Le"/>
                <a:cs typeface="Microsoft Tai Le"/>
              </a:rPr>
              <a:t> ∈ {3, 5}, </a:t>
            </a:r>
            <a:r>
              <a:rPr lang="en-US" sz="1200" dirty="0" err="1">
                <a:latin typeface="Microsoft Tai Le"/>
                <a:cs typeface="Microsoft Tai Le"/>
              </a:rPr>
              <a:t>max_features</a:t>
            </a:r>
            <a:r>
              <a:rPr lang="en-US" sz="1200" dirty="0">
                <a:latin typeface="Microsoft Tai Le"/>
                <a:cs typeface="Microsoft Tai Le"/>
              </a:rPr>
              <a:t> = "sqrt".​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Best parameters and CV score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 dirty="0">
                <a:latin typeface="Microsoft Tai Le"/>
                <a:cs typeface="Microsoft Tai Le"/>
              </a:rPr>
              <a:t>Best parameters:</a:t>
            </a:r>
            <a:r>
              <a:rPr lang="en-US" sz="1200" dirty="0">
                <a:latin typeface="Microsoft Tai Le"/>
                <a:cs typeface="Microsoft Tai Le"/>
              </a:rPr>
              <a:t> </a:t>
            </a:r>
            <a:r>
              <a:rPr lang="en-US" sz="1200" dirty="0" err="1">
                <a:latin typeface="Microsoft Tai Le"/>
                <a:cs typeface="Microsoft Tai Le"/>
              </a:rPr>
              <a:t>max_depth</a:t>
            </a:r>
            <a:r>
              <a:rPr lang="en-US" sz="1200" dirty="0">
                <a:latin typeface="Microsoft Tai Le"/>
                <a:cs typeface="Microsoft Tai Le"/>
              </a:rPr>
              <a:t> = 5, </a:t>
            </a:r>
            <a:r>
              <a:rPr lang="en-US" sz="1200" dirty="0" err="1">
                <a:latin typeface="Microsoft Tai Le"/>
                <a:cs typeface="Microsoft Tai Le"/>
              </a:rPr>
              <a:t>n_estimators</a:t>
            </a:r>
            <a:r>
              <a:rPr lang="en-US" sz="1200" dirty="0">
                <a:latin typeface="Microsoft Tai Le"/>
                <a:cs typeface="Microsoft Tai Le"/>
              </a:rPr>
              <a:t> = 60, </a:t>
            </a:r>
            <a:r>
              <a:rPr lang="en-US" sz="1200" dirty="0" err="1">
                <a:latin typeface="Microsoft Tai Le"/>
                <a:cs typeface="Microsoft Tai Le"/>
              </a:rPr>
              <a:t>min_samples_split</a:t>
            </a:r>
            <a:r>
              <a:rPr lang="en-US" sz="1200" dirty="0">
                <a:latin typeface="Microsoft Tai Le"/>
                <a:cs typeface="Microsoft Tai Le"/>
              </a:rPr>
              <a:t> = 4, </a:t>
            </a:r>
            <a:r>
              <a:rPr lang="en-US" sz="1200" dirty="0" err="1">
                <a:latin typeface="Microsoft Tai Le"/>
                <a:cs typeface="Microsoft Tai Le"/>
              </a:rPr>
              <a:t>min_samples_leaf</a:t>
            </a:r>
            <a:r>
              <a:rPr lang="en-US" sz="1200" dirty="0">
                <a:latin typeface="Microsoft Tai Le"/>
                <a:cs typeface="Microsoft Tai Le"/>
              </a:rPr>
              <a:t> = 3, </a:t>
            </a:r>
            <a:r>
              <a:rPr lang="en-US" sz="1200" dirty="0" err="1">
                <a:latin typeface="Microsoft Tai Le"/>
                <a:cs typeface="Microsoft Tai Le"/>
              </a:rPr>
              <a:t>max_features</a:t>
            </a:r>
            <a:r>
              <a:rPr lang="en-US" sz="1200" dirty="0">
                <a:latin typeface="Microsoft Tai Le"/>
                <a:cs typeface="Microsoft Tai Le"/>
              </a:rPr>
              <a:t> = "sqrt".​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Best cross‑validated ROC‑AUC ≈ 0.807, slightly better and more stable than the baseline configuration.​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Validation and test metrics after tuning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Tuned RF:</a:t>
            </a:r>
            <a:r>
              <a:rPr lang="en-US" sz="1200">
                <a:latin typeface="Microsoft Tai Le"/>
                <a:cs typeface="Microsoft Tai Le"/>
              </a:rPr>
              <a:t> validation ROC‑AUC ≈ 0.795, test ROC‑AUC ≈ 0.780, with accuracy ≈ 61% on both validation and test sets.​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Log loss decreases compared with baseline, indicating better probability calibration.​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Comparison</a:t>
            </a:r>
            <a:endParaRPr lang="en-US" sz="1200" dirty="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Tuning improves AUC by around 0.03 on validation, while maintaining the same high recall for the strong‑growth class and improving overall F1‑scores slightly.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/>
          </a:p>
        </p:txBody>
      </p:sp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79F56DA0-EA6B-BEA6-58DF-294916C2B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998" y="386828"/>
            <a:ext cx="3891219" cy="30461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8C0D1A-719F-357A-9079-F54A8E0D6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208" y="3575074"/>
            <a:ext cx="4180038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C3C88-790A-C868-CD67-2006AE9AB7A3}"/>
              </a:ext>
            </a:extLst>
          </p:cNvPr>
          <p:cNvSpPr txBox="1"/>
          <p:nvPr/>
        </p:nvSpPr>
        <p:spPr>
          <a:xfrm>
            <a:off x="962265" y="2683967"/>
            <a:ext cx="10024082" cy="378755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latin typeface="Microsoft Tai Le"/>
                <a:cs typeface="Microsoft Tai Le"/>
              </a:rPr>
              <a:t>Analysis: Are the Results Satisfactory?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600" b="1" dirty="0"/>
            </a:br>
            <a:endParaRPr lang="en-US" sz="1200" b="1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Expectations vs results</a:t>
            </a:r>
            <a:br>
              <a:rPr lang="en-US" sz="1200" u="sng" dirty="0">
                <a:latin typeface="Microsoft Tai Le"/>
                <a:cs typeface="Microsoft Tai Le"/>
              </a:rPr>
            </a:br>
            <a:endParaRPr lang="en-US" sz="1200" u="sng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Expected ROC‑AUC between 0.7 and 0.85 for this noisy growth prediction problem; tuned RF delivers ≈0.80, which matches this expectation.​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Accuracy around 60% may look modest, but ROC‑AUC ≈0.78 shows that the model ranks strong‑growth quarters substantially better than random.​​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Do they make sense?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Rapid growth is driven by a combination of past levels and short‑term trends, so imperfect performance is realistic; a model that predicts all surges perfectly would be suspicious.​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Feature‑importance ranking and ROC curve shapes align with the understanding that MA3 and annual lags (Registered_lag4) are most influential.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What went wrong / limitations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An earlier version of the notebook included </a:t>
            </a:r>
            <a:r>
              <a:rPr lang="en-US" sz="1200" err="1">
                <a:latin typeface="Microsoft Tai Le"/>
                <a:cs typeface="Microsoft Tai Le"/>
              </a:rPr>
              <a:t>YoY_Growth</a:t>
            </a:r>
            <a:r>
              <a:rPr lang="en-US" sz="1200">
                <a:latin typeface="Microsoft Tai Le"/>
                <a:cs typeface="Microsoft Tai Le"/>
              </a:rPr>
              <a:t> directly in X and used a weaker target definition, leading to unrealistic perfect scores; this was corrected by redefining the target and removing that feature.​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Remaining limitations:</a:t>
            </a:r>
            <a:r>
              <a:rPr lang="en-US" sz="1200">
                <a:latin typeface="Microsoft Tai Le"/>
                <a:cs typeface="Microsoft Tai Le"/>
              </a:rPr>
              <a:t> only internal lag features are used (no external economic or policy variables), and the 10% threshold for strong growth is somewhat arbitrary.​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Plans to make it better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Explore additional features such as fuel‑type splits or macro indicators and compare RF with gradient boosting or time‑series models such as Prophet and LSTM.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635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6E861-4CD5-DF7C-9D11-549062EDC52A}"/>
              </a:ext>
            </a:extLst>
          </p:cNvPr>
          <p:cNvSpPr txBox="1"/>
          <p:nvPr/>
        </p:nvSpPr>
        <p:spPr>
          <a:xfrm>
            <a:off x="767830" y="2392865"/>
            <a:ext cx="10150125" cy="338387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latin typeface="Microsoft Tai Le"/>
                <a:cs typeface="Microsoft Tai Le"/>
              </a:rPr>
              <a:t>Summary, Conclusion &amp; Next Steps</a:t>
            </a:r>
            <a:endParaRPr lang="en-US" sz="1400" b="1" dirty="0">
              <a:latin typeface="Microsoft Tai Le"/>
              <a:cs typeface="Microsoft Tai Le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Summary</a:t>
            </a:r>
            <a:br>
              <a:rPr lang="en-US" sz="1200" u="sng" dirty="0">
                <a:latin typeface="Microsoft Tai Le"/>
                <a:cs typeface="Microsoft Tai Le"/>
              </a:rPr>
            </a:br>
            <a:endParaRPr lang="en-US" sz="1200" u="sng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Applied a Random Forest model to the df_VEH0160_UK Cars panel to predict a strong‑growth binary target from lagged registrations and MA3 features.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Achieved validation ROC‑AUC ≈ 0.795 and test ROC‑AUC ≈ 0.780 after careful feature engineering, target design and hyper‑parameter tuning.​​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Best result</a:t>
            </a:r>
            <a:br>
              <a:rPr lang="en-US" sz="1200" u="sng" dirty="0">
                <a:latin typeface="Microsoft Tai Le"/>
                <a:cs typeface="Microsoft Tai Le"/>
              </a:rPr>
            </a:br>
            <a:endParaRPr lang="en-US" sz="1200" u="sng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The tuned Random Forest with 60 trees, max depth 5, min samples leaf 3 and min samples split 4 provided the best balance between recall for strong‑growth quarters and generalization on unseen data.​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FPR and thresholds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latin typeface="Microsoft Tai Le"/>
                <a:cs typeface="Microsoft Tai Le"/>
              </a:rPr>
              <a:t>ROC curves show that by moving the probability threshold we can trade off false positive rate (FPR) against true positive rate (TPR), choosing either a more aggressive growth detector or a more conservative one depending on business preference.​</a:t>
            </a:r>
            <a:br>
              <a:rPr lang="en-US" sz="1200" dirty="0">
                <a:latin typeface="Microsoft Tai Le"/>
                <a:cs typeface="Microsoft Tai Le"/>
              </a:rPr>
            </a:br>
            <a:endParaRPr lang="en-US" sz="1200">
              <a:latin typeface="Microsoft Tai Le"/>
              <a:cs typeface="Microsoft Tai Le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u="sng">
                <a:latin typeface="Microsoft Tai Le"/>
                <a:cs typeface="Microsoft Tai Le"/>
              </a:rPr>
              <a:t>Next steps</a:t>
            </a:r>
            <a:br>
              <a:rPr lang="en-US" sz="1200" u="sng" dirty="0">
                <a:latin typeface="Microsoft Tai Le"/>
                <a:cs typeface="Microsoft Tai Le"/>
              </a:rPr>
            </a:br>
            <a:endParaRPr lang="en-US" sz="1200" u="sng">
              <a:latin typeface="Microsoft Tai Le"/>
              <a:cs typeface="Microsoft Tai Le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Extend the approach to include added explanatory variables and alternative models and integrate the predictions into a simple dashboard where stakeholders can monitor strong‑growth signals by manufacturer and quarter.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Tai Le"/>
                <a:cs typeface="Microsoft Tai Le"/>
              </a:rPr>
              <a:t>Overall, the project proves that a well‑designed Random Forest using official </a:t>
            </a:r>
            <a:r>
              <a:rPr lang="en-US" sz="1200" dirty="0" err="1">
                <a:latin typeface="Microsoft Tai Le"/>
                <a:cs typeface="Microsoft Tai Le"/>
              </a:rPr>
              <a:t>DfT</a:t>
            </a:r>
            <a:r>
              <a:rPr lang="en-US" sz="1200" dirty="0">
                <a:latin typeface="Microsoft Tai Le"/>
                <a:cs typeface="Microsoft Tai Le"/>
              </a:rPr>
              <a:t> registration data can deliver realistic and interpretable signals about which UK car manufacturers are gaining momentum.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97129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267</cp:revision>
  <dcterms:created xsi:type="dcterms:W3CDTF">2013-07-15T20:26:40Z</dcterms:created>
  <dcterms:modified xsi:type="dcterms:W3CDTF">2026-03-22T11:58:08Z</dcterms:modified>
</cp:coreProperties>
</file>